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80" r:id="rId3"/>
    <p:sldId id="258" r:id="rId4"/>
    <p:sldId id="261" r:id="rId5"/>
    <p:sldId id="259" r:id="rId6"/>
    <p:sldId id="260" r:id="rId7"/>
    <p:sldId id="292" r:id="rId8"/>
    <p:sldId id="262" r:id="rId9"/>
    <p:sldId id="263" r:id="rId10"/>
    <p:sldId id="281" r:id="rId11"/>
    <p:sldId id="282" r:id="rId12"/>
    <p:sldId id="284" r:id="rId13"/>
    <p:sldId id="273" r:id="rId14"/>
    <p:sldId id="286" r:id="rId15"/>
    <p:sldId id="285" r:id="rId16"/>
    <p:sldId id="274" r:id="rId17"/>
    <p:sldId id="275" r:id="rId18"/>
    <p:sldId id="276" r:id="rId19"/>
    <p:sldId id="277" r:id="rId20"/>
    <p:sldId id="278" r:id="rId21"/>
    <p:sldId id="290" r:id="rId22"/>
    <p:sldId id="267" r:id="rId23"/>
    <p:sldId id="268" r:id="rId24"/>
    <p:sldId id="291" r:id="rId25"/>
    <p:sldId id="269" r:id="rId26"/>
    <p:sldId id="293" r:id="rId27"/>
    <p:sldId id="271" r:id="rId28"/>
    <p:sldId id="279" r:id="rId29"/>
    <p:sldId id="283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5B3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F11B47-B0CC-4547-BF07-2355765B9BDA}" v="114" dt="2026-01-25T12:06:57.1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4"/>
    <p:restoredTop sz="94610"/>
  </p:normalViewPr>
  <p:slideViewPr>
    <p:cSldViewPr snapToGrid="0" snapToObjects="1">
      <p:cViewPr>
        <p:scale>
          <a:sx n="110" d="100"/>
          <a:sy n="110" d="100"/>
        </p:scale>
        <p:origin x="48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r Cohen" userId="5b4c8f6d3dbac41b" providerId="LiveId" clId="{1A5D19F4-2ABD-51EE-868E-05CCBAFC7223}"/>
    <pc:docChg chg="undo redo custSel addSld modSld sldOrd">
      <pc:chgData name="Or Cohen" userId="5b4c8f6d3dbac41b" providerId="LiveId" clId="{1A5D19F4-2ABD-51EE-868E-05CCBAFC7223}" dt="2026-01-25T12:08:49.198" v="642" actId="403"/>
      <pc:docMkLst>
        <pc:docMk/>
      </pc:docMkLst>
      <pc:sldChg chg="modSp mod">
        <pc:chgData name="Or Cohen" userId="5b4c8f6d3dbac41b" providerId="LiveId" clId="{1A5D19F4-2ABD-51EE-868E-05CCBAFC7223}" dt="2026-01-23T11:59:00.163" v="304" actId="20577"/>
        <pc:sldMkLst>
          <pc:docMk/>
          <pc:sldMk cId="0" sldId="258"/>
        </pc:sldMkLst>
        <pc:spChg chg="mod">
          <ac:chgData name="Or Cohen" userId="5b4c8f6d3dbac41b" providerId="LiveId" clId="{1A5D19F4-2ABD-51EE-868E-05CCBAFC7223}" dt="2026-01-23T11:59:00.163" v="304" actId="20577"/>
          <ac:spMkLst>
            <pc:docMk/>
            <pc:sldMk cId="0" sldId="258"/>
            <ac:spMk id="44" creationId="{F4B0F8D5-3581-AEEA-C283-4AB6A29D9D6A}"/>
          </ac:spMkLst>
        </pc:spChg>
      </pc:sldChg>
      <pc:sldChg chg="delSp mod ord">
        <pc:chgData name="Or Cohen" userId="5b4c8f6d3dbac41b" providerId="LiveId" clId="{1A5D19F4-2ABD-51EE-868E-05CCBAFC7223}" dt="2026-01-23T12:03:55.108" v="307" actId="20578"/>
        <pc:sldMkLst>
          <pc:docMk/>
          <pc:sldMk cId="0" sldId="261"/>
        </pc:sldMkLst>
      </pc:sldChg>
      <pc:sldChg chg="addSp delSp modSp mod">
        <pc:chgData name="Or Cohen" userId="5b4c8f6d3dbac41b" providerId="LiveId" clId="{1A5D19F4-2ABD-51EE-868E-05CCBAFC7223}" dt="2026-01-23T11:12:59.871" v="301" actId="1076"/>
        <pc:sldMkLst>
          <pc:docMk/>
          <pc:sldMk cId="0" sldId="268"/>
        </pc:sldMkLst>
        <pc:spChg chg="mod">
          <ac:chgData name="Or Cohen" userId="5b4c8f6d3dbac41b" providerId="LiveId" clId="{1A5D19F4-2ABD-51EE-868E-05CCBAFC7223}" dt="2026-01-23T11:12:35.220" v="298" actId="1076"/>
          <ac:spMkLst>
            <pc:docMk/>
            <pc:sldMk cId="0" sldId="268"/>
            <ac:spMk id="28" creationId="{00000000-0000-0000-0000-000000000000}"/>
          </ac:spMkLst>
        </pc:spChg>
        <pc:spChg chg="mod">
          <ac:chgData name="Or Cohen" userId="5b4c8f6d3dbac41b" providerId="LiveId" clId="{1A5D19F4-2ABD-51EE-868E-05CCBAFC7223}" dt="2026-01-23T11:12:35.220" v="298" actId="1076"/>
          <ac:spMkLst>
            <pc:docMk/>
            <pc:sldMk cId="0" sldId="268"/>
            <ac:spMk id="29" creationId="{00000000-0000-0000-0000-000000000000}"/>
          </ac:spMkLst>
        </pc:spChg>
        <pc:spChg chg="mod">
          <ac:chgData name="Or Cohen" userId="5b4c8f6d3dbac41b" providerId="LiveId" clId="{1A5D19F4-2ABD-51EE-868E-05CCBAFC7223}" dt="2026-01-23T11:12:35.220" v="298" actId="1076"/>
          <ac:spMkLst>
            <pc:docMk/>
            <pc:sldMk cId="0" sldId="268"/>
            <ac:spMk id="30" creationId="{00000000-0000-0000-0000-000000000000}"/>
          </ac:spMkLst>
        </pc:spChg>
        <pc:spChg chg="mod">
          <ac:chgData name="Or Cohen" userId="5b4c8f6d3dbac41b" providerId="LiveId" clId="{1A5D19F4-2ABD-51EE-868E-05CCBAFC7223}" dt="2026-01-23T11:12:35.220" v="298" actId="1076"/>
          <ac:spMkLst>
            <pc:docMk/>
            <pc:sldMk cId="0" sldId="268"/>
            <ac:spMk id="31" creationId="{00000000-0000-0000-0000-000000000000}"/>
          </ac:spMkLst>
        </pc:spChg>
        <pc:spChg chg="mod">
          <ac:chgData name="Or Cohen" userId="5b4c8f6d3dbac41b" providerId="LiveId" clId="{1A5D19F4-2ABD-51EE-868E-05CCBAFC7223}" dt="2026-01-23T11:08:54.053" v="281" actId="1076"/>
          <ac:spMkLst>
            <pc:docMk/>
            <pc:sldMk cId="0" sldId="268"/>
            <ac:spMk id="32" creationId="{00000000-0000-0000-0000-000000000000}"/>
          </ac:spMkLst>
        </pc:spChg>
        <pc:spChg chg="mod">
          <ac:chgData name="Or Cohen" userId="5b4c8f6d3dbac41b" providerId="LiveId" clId="{1A5D19F4-2ABD-51EE-868E-05CCBAFC7223}" dt="2026-01-23T11:11:09.861" v="292" actId="1076"/>
          <ac:spMkLst>
            <pc:docMk/>
            <pc:sldMk cId="0" sldId="268"/>
            <ac:spMk id="33" creationId="{00000000-0000-0000-0000-000000000000}"/>
          </ac:spMkLst>
        </pc:spChg>
        <pc:spChg chg="mod">
          <ac:chgData name="Or Cohen" userId="5b4c8f6d3dbac41b" providerId="LiveId" clId="{1A5D19F4-2ABD-51EE-868E-05CCBAFC7223}" dt="2026-01-23T11:11:13.103" v="293" actId="1076"/>
          <ac:spMkLst>
            <pc:docMk/>
            <pc:sldMk cId="0" sldId="268"/>
            <ac:spMk id="34" creationId="{00000000-0000-0000-0000-000000000000}"/>
          </ac:spMkLst>
        </pc:spChg>
        <pc:spChg chg="mod">
          <ac:chgData name="Or Cohen" userId="5b4c8f6d3dbac41b" providerId="LiveId" clId="{1A5D19F4-2ABD-51EE-868E-05CCBAFC7223}" dt="2026-01-23T11:10:26.530" v="287" actId="1076"/>
          <ac:spMkLst>
            <pc:docMk/>
            <pc:sldMk cId="0" sldId="268"/>
            <ac:spMk id="38" creationId="{00000000-0000-0000-0000-000000000000}"/>
          </ac:spMkLst>
        </pc:spChg>
        <pc:spChg chg="mod">
          <ac:chgData name="Or Cohen" userId="5b4c8f6d3dbac41b" providerId="LiveId" clId="{1A5D19F4-2ABD-51EE-868E-05CCBAFC7223}" dt="2026-01-23T11:10:26.530" v="287" actId="1076"/>
          <ac:spMkLst>
            <pc:docMk/>
            <pc:sldMk cId="0" sldId="268"/>
            <ac:spMk id="39" creationId="{00000000-0000-0000-0000-000000000000}"/>
          </ac:spMkLst>
        </pc:spChg>
        <pc:spChg chg="mod">
          <ac:chgData name="Or Cohen" userId="5b4c8f6d3dbac41b" providerId="LiveId" clId="{1A5D19F4-2ABD-51EE-868E-05CCBAFC7223}" dt="2026-01-23T11:11:38.652" v="296" actId="1076"/>
          <ac:spMkLst>
            <pc:docMk/>
            <pc:sldMk cId="0" sldId="268"/>
            <ac:spMk id="40" creationId="{00000000-0000-0000-0000-000000000000}"/>
          </ac:spMkLst>
        </pc:spChg>
        <pc:spChg chg="add mod">
          <ac:chgData name="Or Cohen" userId="5b4c8f6d3dbac41b" providerId="LiveId" clId="{1A5D19F4-2ABD-51EE-868E-05CCBAFC7223}" dt="2026-01-23T11:12:59.871" v="301" actId="1076"/>
          <ac:spMkLst>
            <pc:docMk/>
            <pc:sldMk cId="0" sldId="268"/>
            <ac:spMk id="45" creationId="{6F1D89CB-48E6-35F6-DFDA-4EE7624AFB79}"/>
          </ac:spMkLst>
        </pc:spChg>
        <pc:spChg chg="add mod">
          <ac:chgData name="Or Cohen" userId="5b4c8f6d3dbac41b" providerId="LiveId" clId="{1A5D19F4-2ABD-51EE-868E-05CCBAFC7223}" dt="2026-01-23T11:12:59.871" v="301" actId="1076"/>
          <ac:spMkLst>
            <pc:docMk/>
            <pc:sldMk cId="0" sldId="268"/>
            <ac:spMk id="46" creationId="{8CFBC524-E87C-254A-2260-1565CCEB7483}"/>
          </ac:spMkLst>
        </pc:spChg>
        <pc:spChg chg="add mod">
          <ac:chgData name="Or Cohen" userId="5b4c8f6d3dbac41b" providerId="LiveId" clId="{1A5D19F4-2ABD-51EE-868E-05CCBAFC7223}" dt="2026-01-23T11:12:59.871" v="301" actId="1076"/>
          <ac:spMkLst>
            <pc:docMk/>
            <pc:sldMk cId="0" sldId="268"/>
            <ac:spMk id="47" creationId="{610D80B4-F7FC-8319-E963-0F0067670A6F}"/>
          </ac:spMkLst>
        </pc:spChg>
        <pc:grpChg chg="mod">
          <ac:chgData name="Or Cohen" userId="5b4c8f6d3dbac41b" providerId="LiveId" clId="{1A5D19F4-2ABD-51EE-868E-05CCBAFC7223}" dt="2026-01-23T11:06:38.413" v="247" actId="1076"/>
          <ac:grpSpMkLst>
            <pc:docMk/>
            <pc:sldMk cId="0" sldId="268"/>
            <ac:grpSpMk id="2" creationId="{A111D6AC-D24A-6BDD-7619-6EE7C87C6129}"/>
          </ac:grpSpMkLst>
        </pc:grpChg>
        <pc:picChg chg="mod">
          <ac:chgData name="Or Cohen" userId="5b4c8f6d3dbac41b" providerId="LiveId" clId="{1A5D19F4-2ABD-51EE-868E-05CCBAFC7223}" dt="2026-01-23T11:12:35.220" v="298" actId="1076"/>
          <ac:picMkLst>
            <pc:docMk/>
            <pc:sldMk cId="0" sldId="268"/>
            <ac:picMk id="4" creationId="{00000000-0000-0000-0000-000000000000}"/>
          </ac:picMkLst>
        </pc:picChg>
        <pc:picChg chg="mod">
          <ac:chgData name="Or Cohen" userId="5b4c8f6d3dbac41b" providerId="LiveId" clId="{1A5D19F4-2ABD-51EE-868E-05CCBAFC7223}" dt="2026-01-23T11:12:35.220" v="298" actId="1076"/>
          <ac:picMkLst>
            <pc:docMk/>
            <pc:sldMk cId="0" sldId="268"/>
            <ac:picMk id="5" creationId="{00000000-0000-0000-0000-000000000000}"/>
          </ac:picMkLst>
        </pc:picChg>
        <pc:picChg chg="mod">
          <ac:chgData name="Or Cohen" userId="5b4c8f6d3dbac41b" providerId="LiveId" clId="{1A5D19F4-2ABD-51EE-868E-05CCBAFC7223}" dt="2026-01-23T11:12:35.220" v="298" actId="1076"/>
          <ac:picMkLst>
            <pc:docMk/>
            <pc:sldMk cId="0" sldId="268"/>
            <ac:picMk id="6" creationId="{00000000-0000-0000-0000-000000000000}"/>
          </ac:picMkLst>
        </pc:picChg>
        <pc:picChg chg="mod">
          <ac:chgData name="Or Cohen" userId="5b4c8f6d3dbac41b" providerId="LiveId" clId="{1A5D19F4-2ABD-51EE-868E-05CCBAFC7223}" dt="2026-01-23T11:12:35.220" v="298" actId="1076"/>
          <ac:picMkLst>
            <pc:docMk/>
            <pc:sldMk cId="0" sldId="268"/>
            <ac:picMk id="7" creationId="{00000000-0000-0000-0000-000000000000}"/>
          </ac:picMkLst>
        </pc:picChg>
        <pc:picChg chg="mod">
          <ac:chgData name="Or Cohen" userId="5b4c8f6d3dbac41b" providerId="LiveId" clId="{1A5D19F4-2ABD-51EE-868E-05CCBAFC7223}" dt="2026-01-23T11:07:26.599" v="253" actId="1076"/>
          <ac:picMkLst>
            <pc:docMk/>
            <pc:sldMk cId="0" sldId="268"/>
            <ac:picMk id="8" creationId="{00000000-0000-0000-0000-000000000000}"/>
          </ac:picMkLst>
        </pc:picChg>
        <pc:picChg chg="mod">
          <ac:chgData name="Or Cohen" userId="5b4c8f6d3dbac41b" providerId="LiveId" clId="{1A5D19F4-2ABD-51EE-868E-05CCBAFC7223}" dt="2026-01-23T11:12:35.220" v="298" actId="1076"/>
          <ac:picMkLst>
            <pc:docMk/>
            <pc:sldMk cId="0" sldId="268"/>
            <ac:picMk id="9" creationId="{00000000-0000-0000-0000-000000000000}"/>
          </ac:picMkLst>
        </pc:picChg>
        <pc:picChg chg="mod">
          <ac:chgData name="Or Cohen" userId="5b4c8f6d3dbac41b" providerId="LiveId" clId="{1A5D19F4-2ABD-51EE-868E-05CCBAFC7223}" dt="2026-01-23T11:12:35.220" v="298" actId="1076"/>
          <ac:picMkLst>
            <pc:docMk/>
            <pc:sldMk cId="0" sldId="268"/>
            <ac:picMk id="10" creationId="{00000000-0000-0000-0000-000000000000}"/>
          </ac:picMkLst>
        </pc:picChg>
        <pc:picChg chg="mod">
          <ac:chgData name="Or Cohen" userId="5b4c8f6d3dbac41b" providerId="LiveId" clId="{1A5D19F4-2ABD-51EE-868E-05CCBAFC7223}" dt="2026-01-23T11:08:49.565" v="280" actId="1076"/>
          <ac:picMkLst>
            <pc:docMk/>
            <pc:sldMk cId="0" sldId="268"/>
            <ac:picMk id="11" creationId="{00000000-0000-0000-0000-000000000000}"/>
          </ac:picMkLst>
        </pc:picChg>
        <pc:picChg chg="mod">
          <ac:chgData name="Or Cohen" userId="5b4c8f6d3dbac41b" providerId="LiveId" clId="{1A5D19F4-2ABD-51EE-868E-05CCBAFC7223}" dt="2026-01-23T11:11:03.514" v="290" actId="1076"/>
          <ac:picMkLst>
            <pc:docMk/>
            <pc:sldMk cId="0" sldId="268"/>
            <ac:picMk id="12" creationId="{00000000-0000-0000-0000-000000000000}"/>
          </ac:picMkLst>
        </pc:picChg>
        <pc:picChg chg="mod">
          <ac:chgData name="Or Cohen" userId="5b4c8f6d3dbac41b" providerId="LiveId" clId="{1A5D19F4-2ABD-51EE-868E-05CCBAFC7223}" dt="2026-01-23T11:11:03.514" v="290" actId="1076"/>
          <ac:picMkLst>
            <pc:docMk/>
            <pc:sldMk cId="0" sldId="268"/>
            <ac:picMk id="13" creationId="{00000000-0000-0000-0000-000000000000}"/>
          </ac:picMkLst>
        </pc:picChg>
        <pc:picChg chg="mod">
          <ac:chgData name="Or Cohen" userId="5b4c8f6d3dbac41b" providerId="LiveId" clId="{1A5D19F4-2ABD-51EE-868E-05CCBAFC7223}" dt="2026-01-23T11:11:03.514" v="290" actId="1076"/>
          <ac:picMkLst>
            <pc:docMk/>
            <pc:sldMk cId="0" sldId="268"/>
            <ac:picMk id="14" creationId="{00000000-0000-0000-0000-000000000000}"/>
          </ac:picMkLst>
        </pc:picChg>
        <pc:picChg chg="mod">
          <ac:chgData name="Or Cohen" userId="5b4c8f6d3dbac41b" providerId="LiveId" clId="{1A5D19F4-2ABD-51EE-868E-05CCBAFC7223}" dt="2026-01-23T11:11:03.514" v="290" actId="1076"/>
          <ac:picMkLst>
            <pc:docMk/>
            <pc:sldMk cId="0" sldId="268"/>
            <ac:picMk id="15" creationId="{00000000-0000-0000-0000-000000000000}"/>
          </ac:picMkLst>
        </pc:picChg>
        <pc:picChg chg="mod">
          <ac:chgData name="Or Cohen" userId="5b4c8f6d3dbac41b" providerId="LiveId" clId="{1A5D19F4-2ABD-51EE-868E-05CCBAFC7223}" dt="2026-01-23T11:10:26.530" v="287" actId="1076"/>
          <ac:picMkLst>
            <pc:docMk/>
            <pc:sldMk cId="0" sldId="268"/>
            <ac:picMk id="21" creationId="{00000000-0000-0000-0000-000000000000}"/>
          </ac:picMkLst>
        </pc:picChg>
        <pc:picChg chg="mod">
          <ac:chgData name="Or Cohen" userId="5b4c8f6d3dbac41b" providerId="LiveId" clId="{1A5D19F4-2ABD-51EE-868E-05CCBAFC7223}" dt="2026-01-23T11:12:42.501" v="299" actId="1076"/>
          <ac:picMkLst>
            <pc:docMk/>
            <pc:sldMk cId="0" sldId="268"/>
            <ac:picMk id="22" creationId="{00000000-0000-0000-0000-000000000000}"/>
          </ac:picMkLst>
        </pc:picChg>
        <pc:picChg chg="mod">
          <ac:chgData name="Or Cohen" userId="5b4c8f6d3dbac41b" providerId="LiveId" clId="{1A5D19F4-2ABD-51EE-868E-05CCBAFC7223}" dt="2026-01-23T11:12:42.501" v="299" actId="1076"/>
          <ac:picMkLst>
            <pc:docMk/>
            <pc:sldMk cId="0" sldId="268"/>
            <ac:picMk id="23" creationId="{00000000-0000-0000-0000-000000000000}"/>
          </ac:picMkLst>
        </pc:picChg>
        <pc:picChg chg="mod">
          <ac:chgData name="Or Cohen" userId="5b4c8f6d3dbac41b" providerId="LiveId" clId="{1A5D19F4-2ABD-51EE-868E-05CCBAFC7223}" dt="2026-01-23T11:11:38.652" v="296" actId="1076"/>
          <ac:picMkLst>
            <pc:docMk/>
            <pc:sldMk cId="0" sldId="268"/>
            <ac:picMk id="24" creationId="{00000000-0000-0000-0000-000000000000}"/>
          </ac:picMkLst>
        </pc:picChg>
        <pc:picChg chg="mod">
          <ac:chgData name="Or Cohen" userId="5b4c8f6d3dbac41b" providerId="LiveId" clId="{1A5D19F4-2ABD-51EE-868E-05CCBAFC7223}" dt="2026-01-23T11:11:38.652" v="296" actId="1076"/>
          <ac:picMkLst>
            <pc:docMk/>
            <pc:sldMk cId="0" sldId="268"/>
            <ac:picMk id="25" creationId="{00000000-0000-0000-0000-000000000000}"/>
          </ac:picMkLst>
        </pc:picChg>
        <pc:picChg chg="add mod">
          <ac:chgData name="Or Cohen" userId="5b4c8f6d3dbac41b" providerId="LiveId" clId="{1A5D19F4-2ABD-51EE-868E-05CCBAFC7223}" dt="2026-01-23T11:12:59.871" v="301" actId="1076"/>
          <ac:picMkLst>
            <pc:docMk/>
            <pc:sldMk cId="0" sldId="268"/>
            <ac:picMk id="26" creationId="{01CDFE94-0FDC-F2A1-28D2-F2798786D83D}"/>
          </ac:picMkLst>
        </pc:picChg>
        <pc:picChg chg="add mod">
          <ac:chgData name="Or Cohen" userId="5b4c8f6d3dbac41b" providerId="LiveId" clId="{1A5D19F4-2ABD-51EE-868E-05CCBAFC7223}" dt="2026-01-23T11:12:59.871" v="301" actId="1076"/>
          <ac:picMkLst>
            <pc:docMk/>
            <pc:sldMk cId="0" sldId="268"/>
            <ac:picMk id="27" creationId="{1AF6FB04-2372-1D50-79B0-C5F44FBC8339}"/>
          </ac:picMkLst>
        </pc:picChg>
        <pc:picChg chg="add mod">
          <ac:chgData name="Or Cohen" userId="5b4c8f6d3dbac41b" providerId="LiveId" clId="{1A5D19F4-2ABD-51EE-868E-05CCBAFC7223}" dt="2026-01-23T11:12:59.871" v="301" actId="1076"/>
          <ac:picMkLst>
            <pc:docMk/>
            <pc:sldMk cId="0" sldId="268"/>
            <ac:picMk id="42" creationId="{CD4FC69E-9E9A-41A5-E7AA-A85B54363CCB}"/>
          </ac:picMkLst>
        </pc:picChg>
        <pc:picChg chg="add mod">
          <ac:chgData name="Or Cohen" userId="5b4c8f6d3dbac41b" providerId="LiveId" clId="{1A5D19F4-2ABD-51EE-868E-05CCBAFC7223}" dt="2026-01-23T11:12:59.871" v="301" actId="1076"/>
          <ac:picMkLst>
            <pc:docMk/>
            <pc:sldMk cId="0" sldId="268"/>
            <ac:picMk id="43" creationId="{73125FAA-05C5-6AD7-1E0D-434CA1066923}"/>
          </ac:picMkLst>
        </pc:picChg>
        <pc:picChg chg="add mod">
          <ac:chgData name="Or Cohen" userId="5b4c8f6d3dbac41b" providerId="LiveId" clId="{1A5D19F4-2ABD-51EE-868E-05CCBAFC7223}" dt="2026-01-23T11:12:59.871" v="301" actId="1076"/>
          <ac:picMkLst>
            <pc:docMk/>
            <pc:sldMk cId="0" sldId="268"/>
            <ac:picMk id="44" creationId="{694F7CE1-4452-A97C-9407-8AE8BB52464C}"/>
          </ac:picMkLst>
        </pc:picChg>
      </pc:sldChg>
      <pc:sldChg chg="modSp mod">
        <pc:chgData name="Or Cohen" userId="5b4c8f6d3dbac41b" providerId="LiveId" clId="{1A5D19F4-2ABD-51EE-868E-05CCBAFC7223}" dt="2026-01-19T09:47:16.118" v="100" actId="20577"/>
        <pc:sldMkLst>
          <pc:docMk/>
          <pc:sldMk cId="0" sldId="269"/>
        </pc:sldMkLst>
        <pc:spChg chg="mod">
          <ac:chgData name="Or Cohen" userId="5b4c8f6d3dbac41b" providerId="LiveId" clId="{1A5D19F4-2ABD-51EE-868E-05CCBAFC7223}" dt="2026-01-19T09:47:16.118" v="100" actId="20577"/>
          <ac:spMkLst>
            <pc:docMk/>
            <pc:sldMk cId="0" sldId="269"/>
            <ac:spMk id="29" creationId="{00000000-0000-0000-0000-000000000000}"/>
          </ac:spMkLst>
        </pc:spChg>
        <pc:spChg chg="mod">
          <ac:chgData name="Or Cohen" userId="5b4c8f6d3dbac41b" providerId="LiveId" clId="{1A5D19F4-2ABD-51EE-868E-05CCBAFC7223}" dt="2026-01-19T09:42:56.277" v="74" actId="20577"/>
          <ac:spMkLst>
            <pc:docMk/>
            <pc:sldMk cId="0" sldId="269"/>
            <ac:spMk id="30" creationId="{00000000-0000-0000-0000-000000000000}"/>
          </ac:spMkLst>
        </pc:spChg>
        <pc:spChg chg="mod">
          <ac:chgData name="Or Cohen" userId="5b4c8f6d3dbac41b" providerId="LiveId" clId="{1A5D19F4-2ABD-51EE-868E-05CCBAFC7223}" dt="2026-01-19T09:39:41.959" v="0" actId="20577"/>
          <ac:spMkLst>
            <pc:docMk/>
            <pc:sldMk cId="0" sldId="269"/>
            <ac:spMk id="58" creationId="{F5E5E538-D01F-C050-80D4-F2AB1188308B}"/>
          </ac:spMkLst>
        </pc:spChg>
        <pc:spChg chg="mod">
          <ac:chgData name="Or Cohen" userId="5b4c8f6d3dbac41b" providerId="LiveId" clId="{1A5D19F4-2ABD-51EE-868E-05CCBAFC7223}" dt="2026-01-19T09:40:50.255" v="18" actId="20577"/>
          <ac:spMkLst>
            <pc:docMk/>
            <pc:sldMk cId="0" sldId="269"/>
            <ac:spMk id="59" creationId="{29CDE006-12EE-887A-017B-CA6670AF3DA6}"/>
          </ac:spMkLst>
        </pc:spChg>
        <pc:spChg chg="mod">
          <ac:chgData name="Or Cohen" userId="5b4c8f6d3dbac41b" providerId="LiveId" clId="{1A5D19F4-2ABD-51EE-868E-05CCBAFC7223}" dt="2026-01-19T09:41:13.437" v="34" actId="20577"/>
          <ac:spMkLst>
            <pc:docMk/>
            <pc:sldMk cId="0" sldId="269"/>
            <ac:spMk id="60" creationId="{2C15FA17-C31F-ECBE-6D1E-6ABEC1827551}"/>
          </ac:spMkLst>
        </pc:spChg>
        <pc:spChg chg="mod">
          <ac:chgData name="Or Cohen" userId="5b4c8f6d3dbac41b" providerId="LiveId" clId="{1A5D19F4-2ABD-51EE-868E-05CCBAFC7223}" dt="2026-01-19T09:41:40.147" v="40" actId="20577"/>
          <ac:spMkLst>
            <pc:docMk/>
            <pc:sldMk cId="0" sldId="269"/>
            <ac:spMk id="62" creationId="{E32F13A9-BB93-A23A-1DEE-F323427C755F}"/>
          </ac:spMkLst>
        </pc:spChg>
        <pc:spChg chg="mod">
          <ac:chgData name="Or Cohen" userId="5b4c8f6d3dbac41b" providerId="LiveId" clId="{1A5D19F4-2ABD-51EE-868E-05CCBAFC7223}" dt="2026-01-19T09:42:11.520" v="61" actId="20577"/>
          <ac:spMkLst>
            <pc:docMk/>
            <pc:sldMk cId="0" sldId="269"/>
            <ac:spMk id="64" creationId="{C346369F-CD08-9FCF-8A40-43DD691B2CA4}"/>
          </ac:spMkLst>
        </pc:spChg>
      </pc:sldChg>
      <pc:sldChg chg="modSp mod">
        <pc:chgData name="Or Cohen" userId="5b4c8f6d3dbac41b" providerId="LiveId" clId="{1A5D19F4-2ABD-51EE-868E-05CCBAFC7223}" dt="2026-01-23T11:00:15.415" v="151" actId="1076"/>
        <pc:sldMkLst>
          <pc:docMk/>
          <pc:sldMk cId="0" sldId="274"/>
        </pc:sldMkLst>
        <pc:grpChg chg="mod">
          <ac:chgData name="Or Cohen" userId="5b4c8f6d3dbac41b" providerId="LiveId" clId="{1A5D19F4-2ABD-51EE-868E-05CCBAFC7223}" dt="2026-01-23T11:00:15.415" v="151" actId="1076"/>
          <ac:grpSpMkLst>
            <pc:docMk/>
            <pc:sldMk cId="0" sldId="274"/>
            <ac:grpSpMk id="54" creationId="{9F6E458B-82A0-6423-9A9F-1AF4DC0EBB49}"/>
          </ac:grpSpMkLst>
        </pc:grpChg>
        <pc:picChg chg="mod">
          <ac:chgData name="Or Cohen" userId="5b4c8f6d3dbac41b" providerId="LiveId" clId="{1A5D19F4-2ABD-51EE-868E-05CCBAFC7223}" dt="2026-01-23T11:00:05.292" v="148" actId="1076"/>
          <ac:picMkLst>
            <pc:docMk/>
            <pc:sldMk cId="0" sldId="274"/>
            <ac:picMk id="31" creationId="{2F49CD7A-DA8A-43D1-C71C-74B5249D879B}"/>
          </ac:picMkLst>
        </pc:picChg>
        <pc:picChg chg="mod">
          <ac:chgData name="Or Cohen" userId="5b4c8f6d3dbac41b" providerId="LiveId" clId="{1A5D19F4-2ABD-51EE-868E-05CCBAFC7223}" dt="2026-01-23T11:00:08.619" v="149" actId="1076"/>
          <ac:picMkLst>
            <pc:docMk/>
            <pc:sldMk cId="0" sldId="274"/>
            <ac:picMk id="52" creationId="{06DFB604-A75E-9B17-A359-A97DEED9BE5C}"/>
          </ac:picMkLst>
        </pc:picChg>
      </pc:sldChg>
      <pc:sldChg chg="modSp mod">
        <pc:chgData name="Or Cohen" userId="5b4c8f6d3dbac41b" providerId="LiveId" clId="{1A5D19F4-2ABD-51EE-868E-05CCBAFC7223}" dt="2026-01-23T11:00:45.444" v="161" actId="1076"/>
        <pc:sldMkLst>
          <pc:docMk/>
          <pc:sldMk cId="0" sldId="275"/>
        </pc:sldMkLst>
        <pc:spChg chg="mod">
          <ac:chgData name="Or Cohen" userId="5b4c8f6d3dbac41b" providerId="LiveId" clId="{1A5D19F4-2ABD-51EE-868E-05CCBAFC7223}" dt="2026-01-23T11:00:39.415" v="158" actId="1076"/>
          <ac:spMkLst>
            <pc:docMk/>
            <pc:sldMk cId="0" sldId="275"/>
            <ac:spMk id="23" creationId="{C00AA549-202B-09AC-250E-C2035FE9F45A}"/>
          </ac:spMkLst>
        </pc:spChg>
        <pc:grpChg chg="mod">
          <ac:chgData name="Or Cohen" userId="5b4c8f6d3dbac41b" providerId="LiveId" clId="{1A5D19F4-2ABD-51EE-868E-05CCBAFC7223}" dt="2026-01-23T11:00:45.444" v="161" actId="1076"/>
          <ac:grpSpMkLst>
            <pc:docMk/>
            <pc:sldMk cId="0" sldId="275"/>
            <ac:grpSpMk id="13" creationId="{F75A9E38-8776-1972-03C0-B23A144E41BD}"/>
          </ac:grpSpMkLst>
        </pc:grpChg>
        <pc:picChg chg="mod">
          <ac:chgData name="Or Cohen" userId="5b4c8f6d3dbac41b" providerId="LiveId" clId="{1A5D19F4-2ABD-51EE-868E-05CCBAFC7223}" dt="2026-01-23T11:00:29.351" v="155" actId="1076"/>
          <ac:picMkLst>
            <pc:docMk/>
            <pc:sldMk cId="0" sldId="275"/>
            <ac:picMk id="11" creationId="{5BE2BCEF-8D6A-4C65-9931-3D875A9FAC68}"/>
          </ac:picMkLst>
        </pc:picChg>
        <pc:picChg chg="mod">
          <ac:chgData name="Or Cohen" userId="5b4c8f6d3dbac41b" providerId="LiveId" clId="{1A5D19F4-2ABD-51EE-868E-05CCBAFC7223}" dt="2026-01-23T11:00:26.275" v="154" actId="1076"/>
          <ac:picMkLst>
            <pc:docMk/>
            <pc:sldMk cId="0" sldId="275"/>
            <ac:picMk id="12" creationId="{2728BCAB-EE85-C685-831D-DED5523F1E45}"/>
          </ac:picMkLst>
        </pc:picChg>
      </pc:sldChg>
      <pc:sldChg chg="modSp mod">
        <pc:chgData name="Or Cohen" userId="5b4c8f6d3dbac41b" providerId="LiveId" clId="{1A5D19F4-2ABD-51EE-868E-05CCBAFC7223}" dt="2026-01-23T11:04:40.222" v="189" actId="1076"/>
        <pc:sldMkLst>
          <pc:docMk/>
          <pc:sldMk cId="0" sldId="276"/>
        </pc:sldMkLst>
        <pc:picChg chg="mod">
          <ac:chgData name="Or Cohen" userId="5b4c8f6d3dbac41b" providerId="LiveId" clId="{1A5D19F4-2ABD-51EE-868E-05CCBAFC7223}" dt="2026-01-23T11:04:40.222" v="189" actId="1076"/>
          <ac:picMkLst>
            <pc:docMk/>
            <pc:sldMk cId="0" sldId="276"/>
            <ac:picMk id="8" creationId="{3CB10820-4C6F-ED44-9832-CA2802B7F88F}"/>
          </ac:picMkLst>
        </pc:picChg>
      </pc:sldChg>
      <pc:sldChg chg="modSp mod">
        <pc:chgData name="Or Cohen" userId="5b4c8f6d3dbac41b" providerId="LiveId" clId="{1A5D19F4-2ABD-51EE-868E-05CCBAFC7223}" dt="2026-01-23T11:04:51.556" v="190" actId="1076"/>
        <pc:sldMkLst>
          <pc:docMk/>
          <pc:sldMk cId="0" sldId="277"/>
        </pc:sldMkLst>
        <pc:picChg chg="mod">
          <ac:chgData name="Or Cohen" userId="5b4c8f6d3dbac41b" providerId="LiveId" clId="{1A5D19F4-2ABD-51EE-868E-05CCBAFC7223}" dt="2026-01-23T11:04:51.556" v="190" actId="1076"/>
          <ac:picMkLst>
            <pc:docMk/>
            <pc:sldMk cId="0" sldId="277"/>
            <ac:picMk id="6" creationId="{6DC5959D-1085-B389-3BFC-83122F95E509}"/>
          </ac:picMkLst>
        </pc:picChg>
        <pc:picChg chg="mod">
          <ac:chgData name="Or Cohen" userId="5b4c8f6d3dbac41b" providerId="LiveId" clId="{1A5D19F4-2ABD-51EE-868E-05CCBAFC7223}" dt="2026-01-23T11:04:51.556" v="190" actId="1076"/>
          <ac:picMkLst>
            <pc:docMk/>
            <pc:sldMk cId="0" sldId="277"/>
            <ac:picMk id="27" creationId="{FE976066-EBD9-9E70-87D5-35C8DFD6BAD8}"/>
          </ac:picMkLst>
        </pc:picChg>
        <pc:picChg chg="mod">
          <ac:chgData name="Or Cohen" userId="5b4c8f6d3dbac41b" providerId="LiveId" clId="{1A5D19F4-2ABD-51EE-868E-05CCBAFC7223}" dt="2026-01-23T11:04:51.556" v="190" actId="1076"/>
          <ac:picMkLst>
            <pc:docMk/>
            <pc:sldMk cId="0" sldId="277"/>
            <ac:picMk id="32" creationId="{DAF70514-83B0-BBAF-0D68-C5023892BDF8}"/>
          </ac:picMkLst>
        </pc:picChg>
      </pc:sldChg>
      <pc:sldChg chg="addSp modSp mod">
        <pc:chgData name="Or Cohen" userId="5b4c8f6d3dbac41b" providerId="LiveId" clId="{1A5D19F4-2ABD-51EE-868E-05CCBAFC7223}" dt="2026-01-23T12:33:48.749" v="313" actId="1076"/>
        <pc:sldMkLst>
          <pc:docMk/>
          <pc:sldMk cId="0" sldId="279"/>
        </pc:sldMkLst>
        <pc:picChg chg="add mod">
          <ac:chgData name="Or Cohen" userId="5b4c8f6d3dbac41b" providerId="LiveId" clId="{1A5D19F4-2ABD-51EE-868E-05CCBAFC7223}" dt="2026-01-23T12:33:48.749" v="313" actId="1076"/>
          <ac:picMkLst>
            <pc:docMk/>
            <pc:sldMk cId="0" sldId="279"/>
            <ac:picMk id="2" creationId="{7EF1359A-D143-C15E-2712-C960B4B2AB8D}"/>
          </ac:picMkLst>
        </pc:picChg>
      </pc:sldChg>
      <pc:sldChg chg="addSp delSp modSp mod delAnim modAnim">
        <pc:chgData name="Or Cohen" userId="5b4c8f6d3dbac41b" providerId="LiveId" clId="{1A5D19F4-2ABD-51EE-868E-05CCBAFC7223}" dt="2026-01-23T11:04:11.254" v="188" actId="166"/>
        <pc:sldMkLst>
          <pc:docMk/>
          <pc:sldMk cId="3347774818" sldId="285"/>
        </pc:sldMkLst>
        <pc:grpChg chg="mod">
          <ac:chgData name="Or Cohen" userId="5b4c8f6d3dbac41b" providerId="LiveId" clId="{1A5D19F4-2ABD-51EE-868E-05CCBAFC7223}" dt="2026-01-23T11:04:11.254" v="188" actId="166"/>
          <ac:grpSpMkLst>
            <pc:docMk/>
            <pc:sldMk cId="3347774818" sldId="285"/>
            <ac:grpSpMk id="13" creationId="{B697B7A3-F99F-78E2-EF8B-17EA2A2934D0}"/>
          </ac:grpSpMkLst>
        </pc:grpChg>
        <pc:grpChg chg="mod">
          <ac:chgData name="Or Cohen" userId="5b4c8f6d3dbac41b" providerId="LiveId" clId="{1A5D19F4-2ABD-51EE-868E-05CCBAFC7223}" dt="2026-01-23T11:02:25.181" v="168" actId="1076"/>
          <ac:grpSpMkLst>
            <pc:docMk/>
            <pc:sldMk cId="3347774818" sldId="285"/>
            <ac:grpSpMk id="31" creationId="{1CAA92FE-71C4-5BCE-8687-219AA1E686B9}"/>
          </ac:grpSpMkLst>
        </pc:grpChg>
        <pc:picChg chg="add mod">
          <ac:chgData name="Or Cohen" userId="5b4c8f6d3dbac41b" providerId="LiveId" clId="{1A5D19F4-2ABD-51EE-868E-05CCBAFC7223}" dt="2026-01-23T11:03:22.660" v="181" actId="167"/>
          <ac:picMkLst>
            <pc:docMk/>
            <pc:sldMk cId="3347774818" sldId="285"/>
            <ac:picMk id="12" creationId="{D6BCC0AC-0039-591C-EFDA-B14160175A8E}"/>
          </ac:picMkLst>
        </pc:picChg>
        <pc:picChg chg="add mod">
          <ac:chgData name="Or Cohen" userId="5b4c8f6d3dbac41b" providerId="LiveId" clId="{1A5D19F4-2ABD-51EE-868E-05CCBAFC7223}" dt="2026-01-23T11:03:41.623" v="183" actId="1076"/>
          <ac:picMkLst>
            <pc:docMk/>
            <pc:sldMk cId="3347774818" sldId="285"/>
            <ac:picMk id="27" creationId="{810996AD-CA54-DE6F-7F14-049C9F225394}"/>
          </ac:picMkLst>
        </pc:picChg>
      </pc:sldChg>
      <pc:sldChg chg="modSp mod ord">
        <pc:chgData name="Or Cohen" userId="5b4c8f6d3dbac41b" providerId="LiveId" clId="{1A5D19F4-2ABD-51EE-868E-05CCBAFC7223}" dt="2026-01-25T11:33:15.952" v="321" actId="20578"/>
        <pc:sldMkLst>
          <pc:docMk/>
          <pc:sldMk cId="1995291451" sldId="286"/>
        </pc:sldMkLst>
        <pc:spChg chg="mod">
          <ac:chgData name="Or Cohen" userId="5b4c8f6d3dbac41b" providerId="LiveId" clId="{1A5D19F4-2ABD-51EE-868E-05CCBAFC7223}" dt="2026-01-25T11:29:14.311" v="314" actId="1076"/>
          <ac:spMkLst>
            <pc:docMk/>
            <pc:sldMk cId="1995291451" sldId="286"/>
            <ac:spMk id="64" creationId="{15A6AA77-D5D3-EA0A-4107-8BEFAFB8C7BF}"/>
          </ac:spMkLst>
        </pc:spChg>
        <pc:grpChg chg="mod">
          <ac:chgData name="Or Cohen" userId="5b4c8f6d3dbac41b" providerId="LiveId" clId="{1A5D19F4-2ABD-51EE-868E-05CCBAFC7223}" dt="2026-01-25T11:29:16.659" v="316" actId="1076"/>
          <ac:grpSpMkLst>
            <pc:docMk/>
            <pc:sldMk cId="1995291451" sldId="286"/>
            <ac:grpSpMk id="6" creationId="{050A1E39-F841-7EAD-0E62-A1C1A204E442}"/>
          </ac:grpSpMkLst>
        </pc:grpChg>
        <pc:grpChg chg="mod">
          <ac:chgData name="Or Cohen" userId="5b4c8f6d3dbac41b" providerId="LiveId" clId="{1A5D19F4-2ABD-51EE-868E-05CCBAFC7223}" dt="2026-01-23T10:59:22.703" v="146" actId="1076"/>
          <ac:grpSpMkLst>
            <pc:docMk/>
            <pc:sldMk cId="1995291451" sldId="286"/>
            <ac:grpSpMk id="11" creationId="{227F4977-7D57-EC4D-E2C7-B53AF6BB209D}"/>
          </ac:grpSpMkLst>
        </pc:grpChg>
        <pc:picChg chg="mod">
          <ac:chgData name="Or Cohen" userId="5b4c8f6d3dbac41b" providerId="LiveId" clId="{1A5D19F4-2ABD-51EE-868E-05CCBAFC7223}" dt="2026-01-25T11:29:26.061" v="317" actId="14100"/>
          <ac:picMkLst>
            <pc:docMk/>
            <pc:sldMk cId="1995291451" sldId="286"/>
            <ac:picMk id="5" creationId="{D4B1888A-AC54-56D9-A83F-DA059A794919}"/>
          </ac:picMkLst>
        </pc:picChg>
        <pc:picChg chg="mod">
          <ac:chgData name="Or Cohen" userId="5b4c8f6d3dbac41b" providerId="LiveId" clId="{1A5D19F4-2ABD-51EE-868E-05CCBAFC7223}" dt="2026-01-23T10:59:14.693" v="144" actId="1076"/>
          <ac:picMkLst>
            <pc:docMk/>
            <pc:sldMk cId="1995291451" sldId="286"/>
            <ac:picMk id="7" creationId="{130FD716-B755-BCF7-7A04-23D209E21D8C}"/>
          </ac:picMkLst>
        </pc:picChg>
        <pc:picChg chg="mod">
          <ac:chgData name="Or Cohen" userId="5b4c8f6d3dbac41b" providerId="LiveId" clId="{1A5D19F4-2ABD-51EE-868E-05CCBAFC7223}" dt="2026-01-23T10:59:19.013" v="145" actId="1076"/>
          <ac:picMkLst>
            <pc:docMk/>
            <pc:sldMk cId="1995291451" sldId="286"/>
            <ac:picMk id="10" creationId="{FE4998AB-6F90-06C0-1211-EE8875068B26}"/>
          </ac:picMkLst>
        </pc:picChg>
        <pc:picChg chg="mod">
          <ac:chgData name="Or Cohen" userId="5b4c8f6d3dbac41b" providerId="LiveId" clId="{1A5D19F4-2ABD-51EE-868E-05CCBAFC7223}" dt="2026-01-23T10:59:12.910" v="143" actId="1076"/>
          <ac:picMkLst>
            <pc:docMk/>
            <pc:sldMk cId="1995291451" sldId="286"/>
            <ac:picMk id="12" creationId="{F0C12B12-0F24-C728-CC31-41E39E2B107D}"/>
          </ac:picMkLst>
        </pc:picChg>
        <pc:picChg chg="mod">
          <ac:chgData name="Or Cohen" userId="5b4c8f6d3dbac41b" providerId="LiveId" clId="{1A5D19F4-2ABD-51EE-868E-05CCBAFC7223}" dt="2026-01-25T11:29:30.728" v="318" actId="1076"/>
          <ac:picMkLst>
            <pc:docMk/>
            <pc:sldMk cId="1995291451" sldId="286"/>
            <ac:picMk id="73" creationId="{0441535D-C5DB-F8C7-39FE-3DF5751F6658}"/>
          </ac:picMkLst>
        </pc:picChg>
      </pc:sldChg>
      <pc:sldChg chg="addSp modSp new mod setBg">
        <pc:chgData name="Or Cohen" userId="5b4c8f6d3dbac41b" providerId="LiveId" clId="{1A5D19F4-2ABD-51EE-868E-05CCBAFC7223}" dt="2026-01-25T11:59:58.281" v="378" actId="14100"/>
        <pc:sldMkLst>
          <pc:docMk/>
          <pc:sldMk cId="2696860453" sldId="292"/>
        </pc:sldMkLst>
        <pc:spChg chg="add mod">
          <ac:chgData name="Or Cohen" userId="5b4c8f6d3dbac41b" providerId="LiveId" clId="{1A5D19F4-2ABD-51EE-868E-05CCBAFC7223}" dt="2026-01-25T11:59:22.531" v="368" actId="1076"/>
          <ac:spMkLst>
            <pc:docMk/>
            <pc:sldMk cId="2696860453" sldId="292"/>
            <ac:spMk id="3" creationId="{C6B9B57B-3EAA-E8AC-FBCA-7F3542268DDF}"/>
          </ac:spMkLst>
        </pc:spChg>
        <pc:picChg chg="add mod">
          <ac:chgData name="Or Cohen" userId="5b4c8f6d3dbac41b" providerId="LiveId" clId="{1A5D19F4-2ABD-51EE-868E-05CCBAFC7223}" dt="2026-01-25T11:59:22.531" v="368" actId="1076"/>
          <ac:picMkLst>
            <pc:docMk/>
            <pc:sldMk cId="2696860453" sldId="292"/>
            <ac:picMk id="2" creationId="{F1A1F0D1-3DEA-9601-C359-D7B701DA539D}"/>
          </ac:picMkLst>
        </pc:picChg>
        <pc:picChg chg="add mod">
          <ac:chgData name="Or Cohen" userId="5b4c8f6d3dbac41b" providerId="LiveId" clId="{1A5D19F4-2ABD-51EE-868E-05CCBAFC7223}" dt="2026-01-25T11:59:58.281" v="378" actId="14100"/>
          <ac:picMkLst>
            <pc:docMk/>
            <pc:sldMk cId="2696860453" sldId="292"/>
            <ac:picMk id="4" creationId="{85A155CA-7512-36A1-1469-F21BCDCED463}"/>
          </ac:picMkLst>
        </pc:picChg>
      </pc:sldChg>
      <pc:sldChg chg="addSp delSp modSp new mod">
        <pc:chgData name="Or Cohen" userId="5b4c8f6d3dbac41b" providerId="LiveId" clId="{1A5D19F4-2ABD-51EE-868E-05CCBAFC7223}" dt="2026-01-25T12:08:49.198" v="642" actId="403"/>
        <pc:sldMkLst>
          <pc:docMk/>
          <pc:sldMk cId="3069272571" sldId="293"/>
        </pc:sldMkLst>
        <pc:spChg chg="add mod">
          <ac:chgData name="Or Cohen" userId="5b4c8f6d3dbac41b" providerId="LiveId" clId="{1A5D19F4-2ABD-51EE-868E-05CCBAFC7223}" dt="2026-01-25T12:00:22.236" v="394" actId="20577"/>
          <ac:spMkLst>
            <pc:docMk/>
            <pc:sldMk cId="3069272571" sldId="293"/>
            <ac:spMk id="3" creationId="{D8CFA1DC-82E3-756E-0C34-BF5E984767EF}"/>
          </ac:spMkLst>
        </pc:spChg>
        <pc:spChg chg="add mod">
          <ac:chgData name="Or Cohen" userId="5b4c8f6d3dbac41b" providerId="LiveId" clId="{1A5D19F4-2ABD-51EE-868E-05CCBAFC7223}" dt="2026-01-25T12:08:46.768" v="641" actId="403"/>
          <ac:spMkLst>
            <pc:docMk/>
            <pc:sldMk cId="3069272571" sldId="293"/>
            <ac:spMk id="6" creationId="{DD3D1C48-2DB9-E585-A4F8-5E9457109E7E}"/>
          </ac:spMkLst>
        </pc:spChg>
        <pc:spChg chg="add del mod">
          <ac:chgData name="Or Cohen" userId="5b4c8f6d3dbac41b" providerId="LiveId" clId="{1A5D19F4-2ABD-51EE-868E-05CCBAFC7223}" dt="2026-01-25T12:01:01.437" v="433" actId="478"/>
          <ac:spMkLst>
            <pc:docMk/>
            <pc:sldMk cId="3069272571" sldId="293"/>
            <ac:spMk id="7" creationId="{94708F6C-6AE4-8696-3CEC-348EDA2C9270}"/>
          </ac:spMkLst>
        </pc:spChg>
        <pc:spChg chg="add del mod">
          <ac:chgData name="Or Cohen" userId="5b4c8f6d3dbac41b" providerId="LiveId" clId="{1A5D19F4-2ABD-51EE-868E-05CCBAFC7223}" dt="2026-01-25T12:01:01.688" v="435"/>
          <ac:spMkLst>
            <pc:docMk/>
            <pc:sldMk cId="3069272571" sldId="293"/>
            <ac:spMk id="8" creationId="{96860CBF-CDA2-02E4-AAB5-28DC69517B23}"/>
          </ac:spMkLst>
        </pc:spChg>
        <pc:spChg chg="add mod">
          <ac:chgData name="Or Cohen" userId="5b4c8f6d3dbac41b" providerId="LiveId" clId="{1A5D19F4-2ABD-51EE-868E-05CCBAFC7223}" dt="2026-01-25T12:08:49.198" v="642" actId="403"/>
          <ac:spMkLst>
            <pc:docMk/>
            <pc:sldMk cId="3069272571" sldId="293"/>
            <ac:spMk id="9" creationId="{1294E366-9BA5-C1BA-6C58-66FFD0DC86B0}"/>
          </ac:spMkLst>
        </pc:spChg>
        <pc:spChg chg="add mod">
          <ac:chgData name="Or Cohen" userId="5b4c8f6d3dbac41b" providerId="LiveId" clId="{1A5D19F4-2ABD-51EE-868E-05CCBAFC7223}" dt="2026-01-25T12:08:43.981" v="640" actId="403"/>
          <ac:spMkLst>
            <pc:docMk/>
            <pc:sldMk cId="3069272571" sldId="293"/>
            <ac:spMk id="10" creationId="{75C6B0B5-A9FD-839C-1B95-37F1BFAE4F81}"/>
          </ac:spMkLst>
        </pc:spChg>
        <pc:spChg chg="add mod">
          <ac:chgData name="Or Cohen" userId="5b4c8f6d3dbac41b" providerId="LiveId" clId="{1A5D19F4-2ABD-51EE-868E-05CCBAFC7223}" dt="2026-01-25T12:08:40.131" v="639" actId="403"/>
          <ac:spMkLst>
            <pc:docMk/>
            <pc:sldMk cId="3069272571" sldId="293"/>
            <ac:spMk id="11" creationId="{F78E02DB-CAA9-8212-22F1-76F5FFF7E5F8}"/>
          </ac:spMkLst>
        </pc:spChg>
        <pc:spChg chg="add mod">
          <ac:chgData name="Or Cohen" userId="5b4c8f6d3dbac41b" providerId="LiveId" clId="{1A5D19F4-2ABD-51EE-868E-05CCBAFC7223}" dt="2026-01-25T12:06:12.686" v="612" actId="208"/>
          <ac:spMkLst>
            <pc:docMk/>
            <pc:sldMk cId="3069272571" sldId="293"/>
            <ac:spMk id="19" creationId="{89E40F04-0BAB-1B7E-B785-26861467CFED}"/>
          </ac:spMkLst>
        </pc:spChg>
        <pc:spChg chg="add mod">
          <ac:chgData name="Or Cohen" userId="5b4c8f6d3dbac41b" providerId="LiveId" clId="{1A5D19F4-2ABD-51EE-868E-05CCBAFC7223}" dt="2026-01-25T12:06:57.154" v="619" actId="167"/>
          <ac:spMkLst>
            <pc:docMk/>
            <pc:sldMk cId="3069272571" sldId="293"/>
            <ac:spMk id="20" creationId="{A49C7D28-F386-3A9E-70B7-FEF664129E46}"/>
          </ac:spMkLst>
        </pc:spChg>
        <pc:spChg chg="add mod">
          <ac:chgData name="Or Cohen" userId="5b4c8f6d3dbac41b" providerId="LiveId" clId="{1A5D19F4-2ABD-51EE-868E-05CCBAFC7223}" dt="2026-01-25T12:06:57.154" v="619" actId="167"/>
          <ac:spMkLst>
            <pc:docMk/>
            <pc:sldMk cId="3069272571" sldId="293"/>
            <ac:spMk id="21" creationId="{247A8DF3-5ADF-0330-6FBB-15E5A0BA4E2C}"/>
          </ac:spMkLst>
        </pc:spChg>
        <pc:spChg chg="add mod">
          <ac:chgData name="Or Cohen" userId="5b4c8f6d3dbac41b" providerId="LiveId" clId="{1A5D19F4-2ABD-51EE-868E-05CCBAFC7223}" dt="2026-01-25T12:07:09.445" v="622" actId="1076"/>
          <ac:spMkLst>
            <pc:docMk/>
            <pc:sldMk cId="3069272571" sldId="293"/>
            <ac:spMk id="22" creationId="{5E7ED0FF-1241-C208-414F-DE242D0FEA0D}"/>
          </ac:spMkLst>
        </pc:spChg>
        <pc:picChg chg="add mod">
          <ac:chgData name="Or Cohen" userId="5b4c8f6d3dbac41b" providerId="LiveId" clId="{1A5D19F4-2ABD-51EE-868E-05CCBAFC7223}" dt="2026-01-25T12:00:17.010" v="379"/>
          <ac:picMkLst>
            <pc:docMk/>
            <pc:sldMk cId="3069272571" sldId="293"/>
            <ac:picMk id="2" creationId="{D7F8E0D7-91F1-F32F-75AB-54926C7F1FAE}"/>
          </ac:picMkLst>
        </pc:picChg>
        <pc:picChg chg="add mod">
          <ac:chgData name="Or Cohen" userId="5b4c8f6d3dbac41b" providerId="LiveId" clId="{1A5D19F4-2ABD-51EE-868E-05CCBAFC7223}" dt="2026-01-25T12:02:38.086" v="562" actId="14100"/>
          <ac:picMkLst>
            <pc:docMk/>
            <pc:sldMk cId="3069272571" sldId="293"/>
            <ac:picMk id="4" creationId="{22DA3CA4-2C0F-8807-EE8D-201033DA7BB3}"/>
          </ac:picMkLst>
        </pc:picChg>
        <pc:picChg chg="add mod">
          <ac:chgData name="Or Cohen" userId="5b4c8f6d3dbac41b" providerId="LiveId" clId="{1A5D19F4-2ABD-51EE-868E-05CCBAFC7223}" dt="2026-01-25T12:00:48.668" v="398" actId="1076"/>
          <ac:picMkLst>
            <pc:docMk/>
            <pc:sldMk cId="3069272571" sldId="293"/>
            <ac:picMk id="5" creationId="{E72CC71F-34F4-BC6C-4BE9-D520C2D1F384}"/>
          </ac:picMkLst>
        </pc:picChg>
        <pc:picChg chg="add mod">
          <ac:chgData name="Or Cohen" userId="5b4c8f6d3dbac41b" providerId="LiveId" clId="{1A5D19F4-2ABD-51EE-868E-05CCBAFC7223}" dt="2026-01-25T12:08:12.530" v="638" actId="1076"/>
          <ac:picMkLst>
            <pc:docMk/>
            <pc:sldMk cId="3069272571" sldId="293"/>
            <ac:picMk id="12" creationId="{7C146870-8ADB-764A-4EE0-5A520DE68503}"/>
          </ac:picMkLst>
        </pc:picChg>
        <pc:picChg chg="add mod">
          <ac:chgData name="Or Cohen" userId="5b4c8f6d3dbac41b" providerId="LiveId" clId="{1A5D19F4-2ABD-51EE-868E-05CCBAFC7223}" dt="2026-01-25T12:08:12.530" v="638" actId="1076"/>
          <ac:picMkLst>
            <pc:docMk/>
            <pc:sldMk cId="3069272571" sldId="293"/>
            <ac:picMk id="13" creationId="{A71F99BF-C55F-DCBA-A1AB-37E7E9EFDF11}"/>
          </ac:picMkLst>
        </pc:picChg>
        <pc:picChg chg="add mod">
          <ac:chgData name="Or Cohen" userId="5b4c8f6d3dbac41b" providerId="LiveId" clId="{1A5D19F4-2ABD-51EE-868E-05CCBAFC7223}" dt="2026-01-25T12:07:30.764" v="628" actId="1076"/>
          <ac:picMkLst>
            <pc:docMk/>
            <pc:sldMk cId="3069272571" sldId="293"/>
            <ac:picMk id="14" creationId="{F13FB6AD-2BA5-7B98-AB0E-7D09C0AA88B5}"/>
          </ac:picMkLst>
        </pc:picChg>
        <pc:picChg chg="add mod">
          <ac:chgData name="Or Cohen" userId="5b4c8f6d3dbac41b" providerId="LiveId" clId="{1A5D19F4-2ABD-51EE-868E-05CCBAFC7223}" dt="2026-01-25T12:07:30.764" v="628" actId="1076"/>
          <ac:picMkLst>
            <pc:docMk/>
            <pc:sldMk cId="3069272571" sldId="293"/>
            <ac:picMk id="15" creationId="{1836823C-20E3-1262-35E7-BA9F4779635C}"/>
          </ac:picMkLst>
        </pc:picChg>
        <pc:picChg chg="add del mod">
          <ac:chgData name="Or Cohen" userId="5b4c8f6d3dbac41b" providerId="LiveId" clId="{1A5D19F4-2ABD-51EE-868E-05CCBAFC7223}" dt="2026-01-25T12:05:06.441" v="604" actId="478"/>
          <ac:picMkLst>
            <pc:docMk/>
            <pc:sldMk cId="3069272571" sldId="293"/>
            <ac:picMk id="16" creationId="{68F29166-9512-DA26-E789-5A52884A6C81}"/>
          </ac:picMkLst>
        </pc:picChg>
        <pc:picChg chg="add mod">
          <ac:chgData name="Or Cohen" userId="5b4c8f6d3dbac41b" providerId="LiveId" clId="{1A5D19F4-2ABD-51EE-868E-05CCBAFC7223}" dt="2026-01-25T12:07:40.947" v="629" actId="1076"/>
          <ac:picMkLst>
            <pc:docMk/>
            <pc:sldMk cId="3069272571" sldId="293"/>
            <ac:picMk id="17" creationId="{91088EE1-A0A8-9544-9626-3A97D947E17B}"/>
          </ac:picMkLst>
        </pc:picChg>
        <pc:picChg chg="add mod">
          <ac:chgData name="Or Cohen" userId="5b4c8f6d3dbac41b" providerId="LiveId" clId="{1A5D19F4-2ABD-51EE-868E-05CCBAFC7223}" dt="2026-01-25T12:07:40.947" v="629" actId="1076"/>
          <ac:picMkLst>
            <pc:docMk/>
            <pc:sldMk cId="3069272571" sldId="293"/>
            <ac:picMk id="18" creationId="{8A3BC296-99D8-5372-5559-F467D007CA3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75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13345-8B63-1BFD-0CF6-26D61237C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7D23D0-877F-CC24-10E9-CBB6710FF0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F0C61F-14B8-2704-338F-55DE933BA1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he-IL" dirty="0"/>
              <a:t>בקצרה, הרעיון שלנו זה לפתוח אפליקציה שתשאב נתונים מהמערכות שהסטודנט משתמש ותרכז </a:t>
            </a:r>
            <a:r>
              <a:rPr lang="he-IL" dirty="0" err="1"/>
              <a:t>הכל</a:t>
            </a:r>
            <a:r>
              <a:rPr lang="he-IL" dirty="0"/>
              <a:t> במקום אחד ותיצור למידה חכמה נוחה </a:t>
            </a:r>
            <a:r>
              <a:rPr lang="he-IL" dirty="0" err="1"/>
              <a:t>ומדוייקת</a:t>
            </a:r>
            <a:r>
              <a:rPr lang="he-IL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491CC-394C-94AD-B2BE-3AB84E4B58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7908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he-IL" dirty="0"/>
              <a:t>הקהל יעד שלנו הוא סטודנטים. האפליקציה בעתיד תוכל להיות למרצים ומוסדות אקדמאיים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D51BB-BA87-8FB9-F08A-BF6060C1F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4FE69E-4875-E4B6-AF08-E7D53E404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6B9035-D0A4-92E0-5320-B1780E8C3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27B6C-0C94-C107-EF6B-6C558D29FE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1091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DB01E-5E1A-0441-F9A0-83C8A21CD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0EAE25-5062-5D8B-3622-420CE712A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269B7D-E204-E26B-C7DD-E512D9A2F0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D17F9-2CFB-9917-03F6-617C2393BA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9755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277BB-581E-04B4-E07E-B63005D50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B3E67F-B65D-94E4-4F9E-BA037BDBB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095C3E-4DAD-D186-2804-624841E8BB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7ED28-B6C5-1F06-23CB-9A4634F127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7298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84099-B289-EBC4-2E5C-57621B151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5F6FA5-DEBB-DBC5-B48A-39845F6FA8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A2878B-0A0D-1D47-86AC-BA4DA5826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DF618-2E04-62A9-2A7B-F335D8EBE4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9109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A581C-7D7C-5128-C0EF-9262F0B62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1B5893-0CB6-FF34-B8F9-51111A088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210B54-528F-2F2C-BF4A-2F9B792E7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0B0D1-7736-B90D-0E15-FD1D7FF010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0992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2D40B-1932-4EBF-0ED8-6BA7F50EB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3CD47D-FA9E-918F-F605-9FD587B74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99DC08-CA75-82CC-441D-350508917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86824-C6A9-A1B1-1E3E-E8910FC7D9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663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ED504-B408-279C-6307-D8C0AD9EA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AD4506-D932-A953-074F-A40B7515A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54FEC8-4F75-A900-D884-9505EFB5E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8D18A-8C50-277F-CDC7-F0E630644E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265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  <a:alpha val="3939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12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13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3" Type="http://schemas.openxmlformats.org/officeDocument/2006/relationships/image" Target="../media/image34.png"/><Relationship Id="rId21" Type="http://schemas.openxmlformats.org/officeDocument/2006/relationships/image" Target="../media/image33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7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19" Type="http://schemas.openxmlformats.org/officeDocument/2006/relationships/image" Target="../media/image50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18" Type="http://schemas.openxmlformats.org/officeDocument/2006/relationships/image" Target="../media/image33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7.png"/><Relationship Id="rId3" Type="http://schemas.openxmlformats.org/officeDocument/2006/relationships/image" Target="../media/image79.png"/><Relationship Id="rId7" Type="http://schemas.openxmlformats.org/officeDocument/2006/relationships/image" Target="../media/image62.png"/><Relationship Id="rId12" Type="http://schemas.openxmlformats.org/officeDocument/2006/relationships/image" Target="../media/image8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11" Type="http://schemas.openxmlformats.org/officeDocument/2006/relationships/image" Target="../media/image60.png"/><Relationship Id="rId5" Type="http://schemas.openxmlformats.org/officeDocument/2006/relationships/image" Target="../media/image81.png"/><Relationship Id="rId15" Type="http://schemas.openxmlformats.org/officeDocument/2006/relationships/image" Target="../media/image33.png"/><Relationship Id="rId10" Type="http://schemas.openxmlformats.org/officeDocument/2006/relationships/image" Target="../media/image85.png"/><Relationship Id="rId4" Type="http://schemas.openxmlformats.org/officeDocument/2006/relationships/image" Target="../media/image80.png"/><Relationship Id="rId9" Type="http://schemas.openxmlformats.org/officeDocument/2006/relationships/image" Target="../media/image84.png"/><Relationship Id="rId1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8.png"/><Relationship Id="rId18" Type="http://schemas.openxmlformats.org/officeDocument/2006/relationships/image" Target="../media/image103.png"/><Relationship Id="rId3" Type="http://schemas.openxmlformats.org/officeDocument/2006/relationships/image" Target="../media/image88.png"/><Relationship Id="rId21" Type="http://schemas.openxmlformats.org/officeDocument/2006/relationships/image" Target="../media/image33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17" Type="http://schemas.openxmlformats.org/officeDocument/2006/relationships/image" Target="../media/image102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01.png"/><Relationship Id="rId20" Type="http://schemas.openxmlformats.org/officeDocument/2006/relationships/image" Target="../media/image10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5" Type="http://schemas.openxmlformats.org/officeDocument/2006/relationships/image" Target="../media/image100.png"/><Relationship Id="rId10" Type="http://schemas.openxmlformats.org/officeDocument/2006/relationships/image" Target="../media/image95.png"/><Relationship Id="rId19" Type="http://schemas.openxmlformats.org/officeDocument/2006/relationships/image" Target="../media/image104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Relationship Id="rId14" Type="http://schemas.openxmlformats.org/officeDocument/2006/relationships/image" Target="../media/image99.png"/><Relationship Id="rId22" Type="http://schemas.openxmlformats.org/officeDocument/2006/relationships/image" Target="../media/image10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2.png"/><Relationship Id="rId18" Type="http://schemas.openxmlformats.org/officeDocument/2006/relationships/image" Target="../media/image108.png"/><Relationship Id="rId3" Type="http://schemas.openxmlformats.org/officeDocument/2006/relationships/image" Target="../media/image88.png"/><Relationship Id="rId21" Type="http://schemas.openxmlformats.org/officeDocument/2006/relationships/image" Target="../media/image92.png"/><Relationship Id="rId7" Type="http://schemas.openxmlformats.org/officeDocument/2006/relationships/image" Target="../media/image93.png"/><Relationship Id="rId12" Type="http://schemas.openxmlformats.org/officeDocument/2006/relationships/image" Target="../media/image100.png"/><Relationship Id="rId17" Type="http://schemas.openxmlformats.org/officeDocument/2006/relationships/image" Target="../media/image105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07.png"/><Relationship Id="rId20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image" Target="../media/image99.png"/><Relationship Id="rId5" Type="http://schemas.openxmlformats.org/officeDocument/2006/relationships/image" Target="../media/image90.png"/><Relationship Id="rId15" Type="http://schemas.openxmlformats.org/officeDocument/2006/relationships/image" Target="../media/image33.png"/><Relationship Id="rId10" Type="http://schemas.openxmlformats.org/officeDocument/2006/relationships/image" Target="../media/image98.png"/><Relationship Id="rId19" Type="http://schemas.openxmlformats.org/officeDocument/2006/relationships/image" Target="../media/image101.png"/><Relationship Id="rId4" Type="http://schemas.openxmlformats.org/officeDocument/2006/relationships/image" Target="../media/image89.png"/><Relationship Id="rId9" Type="http://schemas.openxmlformats.org/officeDocument/2006/relationships/image" Target="../media/image97.png"/><Relationship Id="rId14" Type="http://schemas.openxmlformats.org/officeDocument/2006/relationships/image" Target="../media/image104.png"/><Relationship Id="rId22" Type="http://schemas.openxmlformats.org/officeDocument/2006/relationships/image" Target="../media/image10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2.png"/><Relationship Id="rId18" Type="http://schemas.openxmlformats.org/officeDocument/2006/relationships/image" Target="../media/image101.png"/><Relationship Id="rId3" Type="http://schemas.openxmlformats.org/officeDocument/2006/relationships/image" Target="../media/image88.png"/><Relationship Id="rId21" Type="http://schemas.openxmlformats.org/officeDocument/2006/relationships/image" Target="../media/image106.png"/><Relationship Id="rId7" Type="http://schemas.openxmlformats.org/officeDocument/2006/relationships/image" Target="../media/image93.png"/><Relationship Id="rId12" Type="http://schemas.openxmlformats.org/officeDocument/2006/relationships/image" Target="../media/image100.png"/><Relationship Id="rId17" Type="http://schemas.openxmlformats.org/officeDocument/2006/relationships/image" Target="../media/image108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05.png"/><Relationship Id="rId20" Type="http://schemas.openxmlformats.org/officeDocument/2006/relationships/image" Target="../media/image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image" Target="../media/image99.png"/><Relationship Id="rId5" Type="http://schemas.openxmlformats.org/officeDocument/2006/relationships/image" Target="../media/image90.png"/><Relationship Id="rId15" Type="http://schemas.openxmlformats.org/officeDocument/2006/relationships/image" Target="../media/image107.png"/><Relationship Id="rId10" Type="http://schemas.openxmlformats.org/officeDocument/2006/relationships/image" Target="../media/image98.png"/><Relationship Id="rId19" Type="http://schemas.openxmlformats.org/officeDocument/2006/relationships/image" Target="../media/image94.png"/><Relationship Id="rId4" Type="http://schemas.openxmlformats.org/officeDocument/2006/relationships/image" Target="../media/image89.png"/><Relationship Id="rId9" Type="http://schemas.openxmlformats.org/officeDocument/2006/relationships/image" Target="../media/image97.png"/><Relationship Id="rId14" Type="http://schemas.openxmlformats.org/officeDocument/2006/relationships/image" Target="../media/image10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7.png"/><Relationship Id="rId18" Type="http://schemas.openxmlformats.org/officeDocument/2006/relationships/image" Target="../media/image87.png"/><Relationship Id="rId3" Type="http://schemas.openxmlformats.org/officeDocument/2006/relationships/image" Target="../media/image109.png"/><Relationship Id="rId7" Type="http://schemas.openxmlformats.org/officeDocument/2006/relationships/image" Target="../media/image111.png"/><Relationship Id="rId12" Type="http://schemas.openxmlformats.org/officeDocument/2006/relationships/image" Target="../media/image116.png"/><Relationship Id="rId17" Type="http://schemas.openxmlformats.org/officeDocument/2006/relationships/image" Target="../media/image120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image" Target="../media/image115.png"/><Relationship Id="rId5" Type="http://schemas.openxmlformats.org/officeDocument/2006/relationships/image" Target="../media/image13.png"/><Relationship Id="rId15" Type="http://schemas.openxmlformats.org/officeDocument/2006/relationships/image" Target="../media/image64.png"/><Relationship Id="rId10" Type="http://schemas.openxmlformats.org/officeDocument/2006/relationships/image" Target="../media/image114.png"/><Relationship Id="rId19" Type="http://schemas.openxmlformats.org/officeDocument/2006/relationships/image" Target="../media/image43.png"/><Relationship Id="rId4" Type="http://schemas.openxmlformats.org/officeDocument/2006/relationships/image" Target="../media/image60.png"/><Relationship Id="rId9" Type="http://schemas.openxmlformats.org/officeDocument/2006/relationships/image" Target="../media/image113.png"/><Relationship Id="rId14" Type="http://schemas.openxmlformats.org/officeDocument/2006/relationships/image" Target="../media/image11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12" Type="http://schemas.openxmlformats.org/officeDocument/2006/relationships/image" Target="../media/image1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4.png"/><Relationship Id="rId11" Type="http://schemas.openxmlformats.org/officeDocument/2006/relationships/image" Target="../media/image128.png"/><Relationship Id="rId5" Type="http://schemas.openxmlformats.org/officeDocument/2006/relationships/image" Target="../media/image123.png"/><Relationship Id="rId10" Type="http://schemas.openxmlformats.org/officeDocument/2006/relationships/image" Target="../media/image114.png"/><Relationship Id="rId4" Type="http://schemas.openxmlformats.org/officeDocument/2006/relationships/image" Target="../media/image122.png"/><Relationship Id="rId9" Type="http://schemas.openxmlformats.org/officeDocument/2006/relationships/image" Target="../media/image1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130.png"/><Relationship Id="rId7" Type="http://schemas.openxmlformats.org/officeDocument/2006/relationships/image" Target="../media/image1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2.png"/><Relationship Id="rId5" Type="http://schemas.openxmlformats.org/officeDocument/2006/relationships/image" Target="../media/image13.png"/><Relationship Id="rId10" Type="http://schemas.openxmlformats.org/officeDocument/2006/relationships/image" Target="../media/image136.png"/><Relationship Id="rId4" Type="http://schemas.openxmlformats.org/officeDocument/2006/relationships/image" Target="../media/image131.png"/><Relationship Id="rId9" Type="http://schemas.openxmlformats.org/officeDocument/2006/relationships/image" Target="../media/image13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13" Type="http://schemas.openxmlformats.org/officeDocument/2006/relationships/image" Target="../media/image33.png"/><Relationship Id="rId3" Type="http://schemas.openxmlformats.org/officeDocument/2006/relationships/image" Target="../media/image137.png"/><Relationship Id="rId7" Type="http://schemas.openxmlformats.org/officeDocument/2006/relationships/image" Target="../media/image123.png"/><Relationship Id="rId12" Type="http://schemas.openxmlformats.org/officeDocument/2006/relationships/image" Target="../media/image1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8.png"/><Relationship Id="rId11" Type="http://schemas.openxmlformats.org/officeDocument/2006/relationships/image" Target="../media/image125.png"/><Relationship Id="rId5" Type="http://schemas.openxmlformats.org/officeDocument/2006/relationships/image" Target="../media/image122.png"/><Relationship Id="rId10" Type="http://schemas.openxmlformats.org/officeDocument/2006/relationships/image" Target="../media/image139.png"/><Relationship Id="rId4" Type="http://schemas.openxmlformats.org/officeDocument/2006/relationships/image" Target="../media/image121.png"/><Relationship Id="rId9" Type="http://schemas.openxmlformats.org/officeDocument/2006/relationships/image" Target="../media/image124.png"/><Relationship Id="rId14" Type="http://schemas.openxmlformats.org/officeDocument/2006/relationships/image" Target="../media/image14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13" Type="http://schemas.openxmlformats.org/officeDocument/2006/relationships/image" Target="../media/image149.png"/><Relationship Id="rId3" Type="http://schemas.openxmlformats.org/officeDocument/2006/relationships/image" Target="../media/image13.png"/><Relationship Id="rId7" Type="http://schemas.openxmlformats.org/officeDocument/2006/relationships/image" Target="../media/image128.png"/><Relationship Id="rId12" Type="http://schemas.openxmlformats.org/officeDocument/2006/relationships/image" Target="../media/image14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3.png"/><Relationship Id="rId11" Type="http://schemas.openxmlformats.org/officeDocument/2006/relationships/image" Target="../media/image147.png"/><Relationship Id="rId5" Type="http://schemas.openxmlformats.org/officeDocument/2006/relationships/image" Target="../media/image142.png"/><Relationship Id="rId10" Type="http://schemas.openxmlformats.org/officeDocument/2006/relationships/image" Target="../media/image146.png"/><Relationship Id="rId4" Type="http://schemas.openxmlformats.org/officeDocument/2006/relationships/image" Target="../media/image141.png"/><Relationship Id="rId9" Type="http://schemas.openxmlformats.org/officeDocument/2006/relationships/image" Target="../media/image145.png"/><Relationship Id="rId1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33.png"/><Relationship Id="rId3" Type="http://schemas.openxmlformats.org/officeDocument/2006/relationships/image" Target="../media/image13.png"/><Relationship Id="rId7" Type="http://schemas.openxmlformats.org/officeDocument/2006/relationships/image" Target="../media/image152.png"/><Relationship Id="rId12" Type="http://schemas.openxmlformats.org/officeDocument/2006/relationships/image" Target="../media/image15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1.png"/><Relationship Id="rId11" Type="http://schemas.openxmlformats.org/officeDocument/2006/relationships/image" Target="../media/image155.png"/><Relationship Id="rId5" Type="http://schemas.openxmlformats.org/officeDocument/2006/relationships/image" Target="../media/image139.png"/><Relationship Id="rId10" Type="http://schemas.openxmlformats.org/officeDocument/2006/relationships/image" Target="../media/image154.png"/><Relationship Id="rId4" Type="http://schemas.openxmlformats.org/officeDocument/2006/relationships/image" Target="../media/image150.png"/><Relationship Id="rId9" Type="http://schemas.openxmlformats.org/officeDocument/2006/relationships/image" Target="../media/image13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3" Type="http://schemas.openxmlformats.org/officeDocument/2006/relationships/image" Target="../media/image121.png"/><Relationship Id="rId7" Type="http://schemas.openxmlformats.org/officeDocument/2006/relationships/image" Target="../media/image15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7.png"/><Relationship Id="rId5" Type="http://schemas.openxmlformats.org/officeDocument/2006/relationships/image" Target="../media/image147.png"/><Relationship Id="rId10" Type="http://schemas.openxmlformats.org/officeDocument/2006/relationships/image" Target="../media/image159.png"/><Relationship Id="rId4" Type="http://schemas.openxmlformats.org/officeDocument/2006/relationships/image" Target="../media/image122.png"/><Relationship Id="rId9" Type="http://schemas.openxmlformats.org/officeDocument/2006/relationships/image" Target="../media/image13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21.png"/><Relationship Id="rId7" Type="http://schemas.openxmlformats.org/officeDocument/2006/relationships/image" Target="../media/image145.png"/><Relationship Id="rId12" Type="http://schemas.openxmlformats.org/officeDocument/2006/relationships/image" Target="../media/image16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1.png"/><Relationship Id="rId11" Type="http://schemas.openxmlformats.org/officeDocument/2006/relationships/image" Target="../media/image164.png"/><Relationship Id="rId5" Type="http://schemas.openxmlformats.org/officeDocument/2006/relationships/image" Target="../media/image138.png"/><Relationship Id="rId10" Type="http://schemas.openxmlformats.org/officeDocument/2006/relationships/image" Target="../media/image163.png"/><Relationship Id="rId4" Type="http://schemas.openxmlformats.org/officeDocument/2006/relationships/image" Target="../media/image160.png"/><Relationship Id="rId9" Type="http://schemas.openxmlformats.org/officeDocument/2006/relationships/image" Target="../media/image16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145.png"/><Relationship Id="rId3" Type="http://schemas.openxmlformats.org/officeDocument/2006/relationships/image" Target="../media/image13.png"/><Relationship Id="rId7" Type="http://schemas.openxmlformats.org/officeDocument/2006/relationships/image" Target="../media/image169.png"/><Relationship Id="rId12" Type="http://schemas.openxmlformats.org/officeDocument/2006/relationships/image" Target="../media/image173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7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8.png"/><Relationship Id="rId11" Type="http://schemas.openxmlformats.org/officeDocument/2006/relationships/image" Target="../media/image172.png"/><Relationship Id="rId5" Type="http://schemas.openxmlformats.org/officeDocument/2006/relationships/image" Target="../media/image167.png"/><Relationship Id="rId15" Type="http://schemas.openxmlformats.org/officeDocument/2006/relationships/image" Target="../media/image138.png"/><Relationship Id="rId10" Type="http://schemas.openxmlformats.org/officeDocument/2006/relationships/image" Target="../media/image171.png"/><Relationship Id="rId4" Type="http://schemas.openxmlformats.org/officeDocument/2006/relationships/image" Target="../media/image166.png"/><Relationship Id="rId9" Type="http://schemas.openxmlformats.org/officeDocument/2006/relationships/image" Target="../media/image115.png"/><Relationship Id="rId14" Type="http://schemas.openxmlformats.org/officeDocument/2006/relationships/image" Target="../media/image17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8.png"/><Relationship Id="rId5" Type="http://schemas.openxmlformats.org/officeDocument/2006/relationships/image" Target="../media/image177.png"/><Relationship Id="rId4" Type="http://schemas.openxmlformats.org/officeDocument/2006/relationships/image" Target="../media/image17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13" Type="http://schemas.openxmlformats.org/officeDocument/2006/relationships/image" Target="../media/image188.png"/><Relationship Id="rId18" Type="http://schemas.openxmlformats.org/officeDocument/2006/relationships/image" Target="../media/image191.png"/><Relationship Id="rId3" Type="http://schemas.openxmlformats.org/officeDocument/2006/relationships/image" Target="../media/image106.png"/><Relationship Id="rId21" Type="http://schemas.openxmlformats.org/officeDocument/2006/relationships/image" Target="../media/image194.png"/><Relationship Id="rId7" Type="http://schemas.openxmlformats.org/officeDocument/2006/relationships/image" Target="../media/image184.png"/><Relationship Id="rId12" Type="http://schemas.openxmlformats.org/officeDocument/2006/relationships/image" Target="../media/image187.png"/><Relationship Id="rId17" Type="http://schemas.openxmlformats.org/officeDocument/2006/relationships/image" Target="../media/image190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189.png"/><Relationship Id="rId20" Type="http://schemas.openxmlformats.org/officeDocument/2006/relationships/image" Target="../media/image19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6.png"/><Relationship Id="rId11" Type="http://schemas.openxmlformats.org/officeDocument/2006/relationships/image" Target="../media/image186.png"/><Relationship Id="rId24" Type="http://schemas.openxmlformats.org/officeDocument/2006/relationships/image" Target="../media/image196.png"/><Relationship Id="rId5" Type="http://schemas.openxmlformats.org/officeDocument/2006/relationships/image" Target="../media/image183.png"/><Relationship Id="rId15" Type="http://schemas.openxmlformats.org/officeDocument/2006/relationships/image" Target="../media/image127.png"/><Relationship Id="rId23" Type="http://schemas.openxmlformats.org/officeDocument/2006/relationships/image" Target="../media/image117.png"/><Relationship Id="rId10" Type="http://schemas.openxmlformats.org/officeDocument/2006/relationships/image" Target="../media/image138.png"/><Relationship Id="rId19" Type="http://schemas.openxmlformats.org/officeDocument/2006/relationships/image" Target="../media/image192.png"/><Relationship Id="rId4" Type="http://schemas.openxmlformats.org/officeDocument/2006/relationships/image" Target="../media/image182.png"/><Relationship Id="rId9" Type="http://schemas.openxmlformats.org/officeDocument/2006/relationships/image" Target="../media/image185.png"/><Relationship Id="rId14" Type="http://schemas.openxmlformats.org/officeDocument/2006/relationships/image" Target="../media/image118.png"/><Relationship Id="rId22" Type="http://schemas.openxmlformats.org/officeDocument/2006/relationships/image" Target="../media/image19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png"/><Relationship Id="rId13" Type="http://schemas.openxmlformats.org/officeDocument/2006/relationships/image" Target="../media/image206.png"/><Relationship Id="rId3" Type="http://schemas.openxmlformats.org/officeDocument/2006/relationships/image" Target="../media/image121.png"/><Relationship Id="rId7" Type="http://schemas.openxmlformats.org/officeDocument/2006/relationships/image" Target="../media/image201.png"/><Relationship Id="rId12" Type="http://schemas.openxmlformats.org/officeDocument/2006/relationships/image" Target="../media/image114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20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0.png"/><Relationship Id="rId11" Type="http://schemas.openxmlformats.org/officeDocument/2006/relationships/image" Target="../media/image205.png"/><Relationship Id="rId5" Type="http://schemas.openxmlformats.org/officeDocument/2006/relationships/image" Target="../media/image199.png"/><Relationship Id="rId15" Type="http://schemas.openxmlformats.org/officeDocument/2006/relationships/image" Target="../media/image116.png"/><Relationship Id="rId10" Type="http://schemas.openxmlformats.org/officeDocument/2006/relationships/image" Target="../media/image204.png"/><Relationship Id="rId4" Type="http://schemas.openxmlformats.org/officeDocument/2006/relationships/image" Target="../media/image198.png"/><Relationship Id="rId9" Type="http://schemas.openxmlformats.org/officeDocument/2006/relationships/image" Target="../media/image203.png"/><Relationship Id="rId14" Type="http://schemas.openxmlformats.org/officeDocument/2006/relationships/image" Target="../media/image17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png"/><Relationship Id="rId3" Type="http://schemas.openxmlformats.org/officeDocument/2006/relationships/image" Target="../media/image106.png"/><Relationship Id="rId7" Type="http://schemas.openxmlformats.org/officeDocument/2006/relationships/image" Target="../media/image114.pn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5.png"/><Relationship Id="rId5" Type="http://schemas.openxmlformats.org/officeDocument/2006/relationships/image" Target="../media/image162.png"/><Relationship Id="rId10" Type="http://schemas.openxmlformats.org/officeDocument/2006/relationships/image" Target="../media/image115.png"/><Relationship Id="rId4" Type="http://schemas.openxmlformats.org/officeDocument/2006/relationships/image" Target="../media/image125.png"/><Relationship Id="rId9" Type="http://schemas.openxmlformats.org/officeDocument/2006/relationships/image" Target="../media/image20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png"/><Relationship Id="rId13" Type="http://schemas.openxmlformats.org/officeDocument/2006/relationships/image" Target="../media/image216.png"/><Relationship Id="rId18" Type="http://schemas.openxmlformats.org/officeDocument/2006/relationships/image" Target="../media/image220.png"/><Relationship Id="rId26" Type="http://schemas.openxmlformats.org/officeDocument/2006/relationships/image" Target="../media/image227.png"/><Relationship Id="rId3" Type="http://schemas.openxmlformats.org/officeDocument/2006/relationships/image" Target="../media/image13.png"/><Relationship Id="rId21" Type="http://schemas.openxmlformats.org/officeDocument/2006/relationships/image" Target="../media/image223.png"/><Relationship Id="rId7" Type="http://schemas.openxmlformats.org/officeDocument/2006/relationships/image" Target="../media/image115.png"/><Relationship Id="rId12" Type="http://schemas.openxmlformats.org/officeDocument/2006/relationships/image" Target="../media/image215.png"/><Relationship Id="rId17" Type="http://schemas.openxmlformats.org/officeDocument/2006/relationships/image" Target="../media/image219.png"/><Relationship Id="rId25" Type="http://schemas.openxmlformats.org/officeDocument/2006/relationships/image" Target="../media/image138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172.png"/><Relationship Id="rId20" Type="http://schemas.openxmlformats.org/officeDocument/2006/relationships/image" Target="../media/image2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0.png"/><Relationship Id="rId11" Type="http://schemas.openxmlformats.org/officeDocument/2006/relationships/image" Target="../media/image214.png"/><Relationship Id="rId24" Type="http://schemas.openxmlformats.org/officeDocument/2006/relationships/image" Target="../media/image226.png"/><Relationship Id="rId5" Type="http://schemas.openxmlformats.org/officeDocument/2006/relationships/image" Target="../media/image209.png"/><Relationship Id="rId15" Type="http://schemas.openxmlformats.org/officeDocument/2006/relationships/image" Target="../media/image218.png"/><Relationship Id="rId23" Type="http://schemas.openxmlformats.org/officeDocument/2006/relationships/image" Target="../media/image225.png"/><Relationship Id="rId10" Type="http://schemas.openxmlformats.org/officeDocument/2006/relationships/image" Target="../media/image213.png"/><Relationship Id="rId19" Type="http://schemas.openxmlformats.org/officeDocument/2006/relationships/image" Target="../media/image221.png"/><Relationship Id="rId4" Type="http://schemas.openxmlformats.org/officeDocument/2006/relationships/image" Target="../media/image208.png"/><Relationship Id="rId9" Type="http://schemas.openxmlformats.org/officeDocument/2006/relationships/image" Target="../media/image212.png"/><Relationship Id="rId14" Type="http://schemas.openxmlformats.org/officeDocument/2006/relationships/image" Target="../media/image217.png"/><Relationship Id="rId22" Type="http://schemas.openxmlformats.org/officeDocument/2006/relationships/image" Target="../media/image22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image" Target="../media/image2.png"/><Relationship Id="rId7" Type="http://schemas.openxmlformats.org/officeDocument/2006/relationships/image" Target="../media/image2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8.png"/><Relationship Id="rId5" Type="http://schemas.openxmlformats.org/officeDocument/2006/relationships/image" Target="../media/image4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23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png"/><Relationship Id="rId13" Type="http://schemas.openxmlformats.org/officeDocument/2006/relationships/image" Target="../media/image238.png"/><Relationship Id="rId18" Type="http://schemas.openxmlformats.org/officeDocument/2006/relationships/image" Target="../media/image230.png"/><Relationship Id="rId3" Type="http://schemas.openxmlformats.org/officeDocument/2006/relationships/image" Target="../media/image232.png"/><Relationship Id="rId7" Type="http://schemas.openxmlformats.org/officeDocument/2006/relationships/image" Target="../media/image228.png"/><Relationship Id="rId12" Type="http://schemas.openxmlformats.org/officeDocument/2006/relationships/image" Target="../media/image237.png"/><Relationship Id="rId17" Type="http://schemas.openxmlformats.org/officeDocument/2006/relationships/image" Target="../media/image229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2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236.png"/><Relationship Id="rId5" Type="http://schemas.openxmlformats.org/officeDocument/2006/relationships/image" Target="../media/image3.png"/><Relationship Id="rId15" Type="http://schemas.openxmlformats.org/officeDocument/2006/relationships/image" Target="../media/image240.png"/><Relationship Id="rId10" Type="http://schemas.openxmlformats.org/officeDocument/2006/relationships/image" Target="../media/image235.png"/><Relationship Id="rId19" Type="http://schemas.openxmlformats.org/officeDocument/2006/relationships/image" Target="../media/image231.png"/><Relationship Id="rId4" Type="http://schemas.openxmlformats.org/officeDocument/2006/relationships/image" Target="../media/image2.png"/><Relationship Id="rId9" Type="http://schemas.openxmlformats.org/officeDocument/2006/relationships/image" Target="../media/image234.png"/><Relationship Id="rId14" Type="http://schemas.openxmlformats.org/officeDocument/2006/relationships/image" Target="../media/image2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381250" cy="2381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3250" y="4000500"/>
            <a:ext cx="1428750" cy="1905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5715000"/>
            <a:ext cx="1428750" cy="14287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2990850"/>
            <a:ext cx="12192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6800" y="4057650"/>
            <a:ext cx="762000" cy="114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0" y="4057650"/>
            <a:ext cx="762000" cy="114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3200" y="4057650"/>
            <a:ext cx="762000" cy="114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29300" y="6477000"/>
            <a:ext cx="76200" cy="76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57900" y="6477000"/>
            <a:ext cx="76200" cy="76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6500" y="6477000"/>
            <a:ext cx="76200" cy="76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5928922"/>
            <a:ext cx="12192000" cy="1248555"/>
          </a:xfrm>
          <a:prstGeom prst="rect">
            <a:avLst/>
          </a:prstGeom>
        </p:spPr>
      </p:pic>
      <p:sp>
        <p:nvSpPr>
          <p:cNvPr id="15" name="Text 1"/>
          <p:cNvSpPr/>
          <p:nvPr/>
        </p:nvSpPr>
        <p:spPr>
          <a:xfrm>
            <a:off x="2255520" y="1847850"/>
            <a:ext cx="768096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7200" b="1" kern="0" spc="-144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SmartStudy</a:t>
            </a:r>
            <a:endParaRPr lang="en-US" sz="7200" dirty="0"/>
          </a:p>
        </p:txBody>
      </p:sp>
      <p:sp>
        <p:nvSpPr>
          <p:cNvPr id="16" name="Text 2"/>
          <p:cNvSpPr/>
          <p:nvPr/>
        </p:nvSpPr>
        <p:spPr>
          <a:xfrm>
            <a:off x="2255520" y="3257550"/>
            <a:ext cx="76809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Making Study Smarter</a:t>
            </a:r>
            <a:endParaRPr lang="en-US" sz="2250" dirty="0"/>
          </a:p>
        </p:txBody>
      </p:sp>
      <p:sp>
        <p:nvSpPr>
          <p:cNvPr id="17" name="Text 3"/>
          <p:cNvSpPr/>
          <p:nvPr/>
        </p:nvSpPr>
        <p:spPr>
          <a:xfrm>
            <a:off x="2895600" y="4476750"/>
            <a:ext cx="6400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modern learning platform designed to transform your study experience</a:t>
            </a:r>
            <a:endParaRPr lang="en-US" sz="15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052EC6D-8FF1-4C71-36C1-F50193F490B4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20150" t="9833" r="23508" b="31642"/>
          <a:stretch>
            <a:fillRect/>
          </a:stretch>
        </p:blipFill>
        <p:spPr>
          <a:xfrm>
            <a:off x="89207" y="-55755"/>
            <a:ext cx="2018241" cy="20964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CA433-EA5A-A3E6-EAB0-C66C690D2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45B101C9-3160-B77D-EF48-2782E5AC0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135255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3CF498F6-2996-BA30-A3E7-A8923D5D40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857500"/>
            <a:ext cx="3530501" cy="9525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7754417D-957A-F086-65C3-34179CC5E4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04800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F96613D0-834A-E400-1BDA-7E5CA7374E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975" y="3143250"/>
            <a:ext cx="171450" cy="266700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69A8F546-70B1-C433-F961-4940204554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0601" y="2857500"/>
            <a:ext cx="3530650" cy="952500"/>
          </a:xfrm>
          <a:prstGeom prst="rect">
            <a:avLst/>
          </a:prstGeom>
        </p:spPr>
      </p:pic>
      <p:pic>
        <p:nvPicPr>
          <p:cNvPr id="8" name="Image 6" descr="preencoded.png">
            <a:extLst>
              <a:ext uri="{FF2B5EF4-FFF2-40B4-BE49-F238E27FC236}">
                <a16:creationId xmlns:a16="http://schemas.microsoft.com/office/drawing/2014/main" id="{1A5AEDDD-2465-9F7C-BF98-E0B5F8F7D3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1101" y="3048000"/>
            <a:ext cx="457200" cy="457200"/>
          </a:xfrm>
          <a:prstGeom prst="rect">
            <a:avLst/>
          </a:prstGeom>
        </p:spPr>
      </p:pic>
      <p:pic>
        <p:nvPicPr>
          <p:cNvPr id="9" name="Image 7" descr="preencoded.png">
            <a:extLst>
              <a:ext uri="{FF2B5EF4-FFF2-40B4-BE49-F238E27FC236}">
                <a16:creationId xmlns:a16="http://schemas.microsoft.com/office/drawing/2014/main" id="{5B39CDD6-1A24-D323-13DF-8E7D04E38D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976" y="3143250"/>
            <a:ext cx="171450" cy="266700"/>
          </a:xfrm>
          <a:prstGeom prst="rect">
            <a:avLst/>
          </a:prstGeom>
        </p:spPr>
      </p:pic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274738AA-753C-635C-3C72-96705285CF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4000500"/>
            <a:ext cx="3530501" cy="952500"/>
          </a:xfrm>
          <a:prstGeom prst="rect">
            <a:avLst/>
          </a:prstGeom>
        </p:spPr>
      </p:pic>
      <p:pic>
        <p:nvPicPr>
          <p:cNvPr id="14" name="Image 12" descr="preencoded.png">
            <a:extLst>
              <a:ext uri="{FF2B5EF4-FFF2-40B4-BE49-F238E27FC236}">
                <a16:creationId xmlns:a16="http://schemas.microsoft.com/office/drawing/2014/main" id="{B38AEAA5-3B91-FBD1-CEB1-05E0593980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419100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67F009DC-D83C-5ABF-C98E-52D0E7AAB9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975" y="4286250"/>
            <a:ext cx="171450" cy="266700"/>
          </a:xfrm>
          <a:prstGeom prst="rect">
            <a:avLst/>
          </a:prstGeom>
        </p:spPr>
      </p:pic>
      <p:sp>
        <p:nvSpPr>
          <p:cNvPr id="20" name="Text 1">
            <a:extLst>
              <a:ext uri="{FF2B5EF4-FFF2-40B4-BE49-F238E27FC236}">
                <a16:creationId xmlns:a16="http://schemas.microsoft.com/office/drawing/2014/main" id="{5F6D12A2-81B8-A06D-35FD-88BE15D09924}"/>
              </a:ext>
            </a:extLst>
          </p:cNvPr>
          <p:cNvSpPr/>
          <p:nvPr/>
        </p:nvSpPr>
        <p:spPr>
          <a:xfrm>
            <a:off x="609600" y="9144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defTabSz="914400" rtl="1" eaLnBrk="1" latinLnBrk="0" hangingPunct="1">
              <a:lnSpc>
                <a:spcPts val="3000"/>
              </a:lnSpc>
              <a:buNone/>
            </a:pPr>
            <a:r>
              <a:rPr lang="he-IL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הצוות שלנו</a:t>
            </a:r>
            <a:endParaRPr lang="en-US" sz="2700" dirty="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A53F87E7-B9B3-1DA8-ECD0-009D1EB5489C}"/>
              </a:ext>
            </a:extLst>
          </p:cNvPr>
          <p:cNvSpPr/>
          <p:nvPr/>
        </p:nvSpPr>
        <p:spPr>
          <a:xfrm>
            <a:off x="811372" y="1562100"/>
            <a:ext cx="10534918" cy="647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/>
            <a:r>
              <a:rPr lang="en-US" sz="1600" b="1" dirty="0"/>
              <a:t>SmartStudy </a:t>
            </a:r>
            <a:r>
              <a:rPr lang="he-IL" sz="1600" b="1" dirty="0"/>
              <a:t> כאן כדי להפוך את הלמידה להרבה יותר חכמה, נוחה ומדויקת.</a:t>
            </a:r>
            <a:br>
              <a:rPr lang="he-IL" sz="1600" b="1" dirty="0"/>
            </a:br>
            <a:r>
              <a:rPr lang="he-IL" sz="1600" b="1" dirty="0"/>
              <a:t>המטרה שלנו היא לתת לסטודנטים כלים פשוטים ומותאמים אישית - שיעזרו להם לסדר את היום, לשלוט בעומס וללמוד בצורה שנכונה להם באמת.</a:t>
            </a:r>
            <a:endParaRPr lang="he-IL" sz="1600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218FEADC-DF54-6C73-AFB8-45D18ACF49A7}"/>
              </a:ext>
            </a:extLst>
          </p:cNvPr>
          <p:cNvSpPr/>
          <p:nvPr/>
        </p:nvSpPr>
        <p:spPr>
          <a:xfrm>
            <a:off x="1371600" y="3048000"/>
            <a:ext cx="163484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 defTabSz="914400" eaLnBrk="1" latinLnBrk="0" hangingPunct="1">
              <a:lnSpc>
                <a:spcPts val="1800"/>
              </a:lnSpc>
              <a:buNone/>
            </a:pPr>
            <a:r>
              <a:rPr lang="he-IL" sz="1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יובל רוטל</a:t>
            </a:r>
            <a:endParaRPr lang="en-US" sz="160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2B8781B1-2854-8AD4-45EF-110A51986DDE}"/>
              </a:ext>
            </a:extLst>
          </p:cNvPr>
          <p:cNvSpPr/>
          <p:nvPr/>
        </p:nvSpPr>
        <p:spPr>
          <a:xfrm>
            <a:off x="5092601" y="3048000"/>
            <a:ext cx="163484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he-IL" sz="1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אור כהן</a:t>
            </a:r>
            <a:endParaRPr lang="en-US" sz="1600" dirty="0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37D3F04D-E406-D6D2-B410-A77967AB6031}"/>
              </a:ext>
            </a:extLst>
          </p:cNvPr>
          <p:cNvSpPr/>
          <p:nvPr/>
        </p:nvSpPr>
        <p:spPr>
          <a:xfrm>
            <a:off x="1371600" y="4191000"/>
            <a:ext cx="163484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he-IL" sz="1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יעל מיתר </a:t>
            </a:r>
            <a:r>
              <a:rPr lang="he-IL" sz="16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רי</a:t>
            </a:r>
            <a:endParaRPr lang="en-US" sz="1600" dirty="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6C75F297-B8A9-3952-C142-8BEB8AC3EF3F}"/>
              </a:ext>
            </a:extLst>
          </p:cNvPr>
          <p:cNvSpPr/>
          <p:nvPr/>
        </p:nvSpPr>
        <p:spPr>
          <a:xfrm>
            <a:off x="1371600" y="4419600"/>
            <a:ext cx="163484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he-IL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מנחה</a:t>
            </a:r>
            <a:endParaRPr lang="en-US" sz="12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461E022-5AC1-6D7D-08F0-9C43494E872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57666" y="2724609"/>
            <a:ext cx="3389981" cy="3389981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9C81DE95-3949-4A41-CA0E-111D99831A16}"/>
              </a:ext>
            </a:extLst>
          </p:cNvPr>
          <p:cNvSpPr txBox="1"/>
          <p:nvPr/>
        </p:nvSpPr>
        <p:spPr>
          <a:xfrm>
            <a:off x="2189023" y="518160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buNone/>
            </a:pPr>
            <a:r>
              <a:rPr lang="he-IL" b="1" dirty="0"/>
              <a:t>מי אנחנו ולמה חשבנו על </a:t>
            </a:r>
            <a:r>
              <a:rPr lang="en-US" b="1" dirty="0"/>
              <a:t>SmartStudy</a:t>
            </a:r>
            <a:endParaRPr lang="en-US" dirty="0"/>
          </a:p>
          <a:p>
            <a:pPr algn="r" rtl="1"/>
            <a:r>
              <a:rPr lang="he-IL" dirty="0"/>
              <a:t>חווינו בעצמנו עומס אקדמי גבוה</a:t>
            </a:r>
          </a:p>
          <a:p>
            <a:pPr algn="r" rtl="1"/>
            <a:r>
              <a:rPr lang="he-IL" dirty="0"/>
              <a:t>הבנו שאין כלי שמראה תמונת עומס אמיתית </a:t>
            </a:r>
            <a:br>
              <a:rPr lang="en-US" dirty="0"/>
            </a:br>
            <a:r>
              <a:rPr lang="he-IL" dirty="0"/>
              <a:t>חווינו קושי משימוש במספר פלטפורמות ללא יכולת לאחד ביניהן</a:t>
            </a:r>
          </a:p>
        </p:txBody>
      </p:sp>
    </p:spTree>
    <p:extLst>
      <p:ext uri="{BB962C8B-B14F-4D97-AF65-F5344CB8AC3E}">
        <p14:creationId xmlns:p14="http://schemas.microsoft.com/office/powerpoint/2010/main" val="3130069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7851" y="1371600"/>
            <a:ext cx="914400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9465" y="2400300"/>
            <a:ext cx="3454450" cy="3657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4851" y="2628900"/>
            <a:ext cx="762000" cy="762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1539" y="2819400"/>
            <a:ext cx="428625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4509" y="40386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4509" y="43434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4509" y="46482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7950" y="2400300"/>
            <a:ext cx="3454301" cy="3657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74101" y="2628900"/>
            <a:ext cx="762000" cy="762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83651" y="2819400"/>
            <a:ext cx="342900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64403" y="40386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64403" y="43434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64403" y="4648200"/>
            <a:ext cx="152400" cy="152400"/>
          </a:xfrm>
          <a:prstGeom prst="rect">
            <a:avLst/>
          </a:prstGeom>
        </p:spPr>
      </p:pic>
      <p:sp>
        <p:nvSpPr>
          <p:cNvPr id="23" name="Text 1"/>
          <p:cNvSpPr/>
          <p:nvPr/>
        </p:nvSpPr>
        <p:spPr>
          <a:xfrm>
            <a:off x="609600" y="9144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defTabSz="914400" rtl="1" eaLnBrk="1" latinLnBrk="0" hangingPunct="1">
              <a:lnSpc>
                <a:spcPts val="3000"/>
              </a:lnSpc>
              <a:buNone/>
            </a:pPr>
            <a:r>
              <a:rPr lang="he-IL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קהל יעד</a:t>
            </a:r>
            <a:endParaRPr lang="en-US" sz="2700" dirty="0"/>
          </a:p>
        </p:txBody>
      </p:sp>
      <p:sp>
        <p:nvSpPr>
          <p:cNvPr id="24" name="Text 2"/>
          <p:cNvSpPr/>
          <p:nvPr/>
        </p:nvSpPr>
        <p:spPr>
          <a:xfrm>
            <a:off x="609600" y="1562100"/>
            <a:ext cx="10972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>
              <a:lnSpc>
                <a:spcPts val="2100"/>
              </a:lnSpc>
            </a:pPr>
            <a:r>
              <a:rPr lang="he-IL" sz="1400" b="1" dirty="0"/>
              <a:t>קהל היעד של  </a:t>
            </a:r>
            <a:r>
              <a:rPr lang="en-US" sz="1400" b="1" dirty="0"/>
              <a:t>SmartStudy</a:t>
            </a:r>
            <a:r>
              <a:rPr lang="he-IL" sz="1400" b="1" dirty="0"/>
              <a:t> </a:t>
            </a:r>
            <a:r>
              <a:rPr lang="en-US" sz="1400" b="1" dirty="0"/>
              <a:t> </a:t>
            </a:r>
            <a:r>
              <a:rPr lang="he-IL" sz="1400" b="1" dirty="0"/>
              <a:t>כולל סטודנטים, מרצים ומוסדות אקדמיים - כל הגורמים המעורבים בתהליכי למידה, </a:t>
            </a:r>
            <a:br>
              <a:rPr lang="en-US" sz="1400" b="1" dirty="0"/>
            </a:br>
            <a:r>
              <a:rPr lang="he-IL" sz="1400" b="1" dirty="0"/>
              <a:t>הוראה וניהול עומסים במסגרות אקדמיות.</a:t>
            </a:r>
            <a:endParaRPr lang="en-US" sz="1350" b="1" dirty="0"/>
          </a:p>
        </p:txBody>
      </p:sp>
      <p:sp>
        <p:nvSpPr>
          <p:cNvPr id="29" name="Text 7"/>
          <p:cNvSpPr/>
          <p:nvPr/>
        </p:nvSpPr>
        <p:spPr>
          <a:xfrm>
            <a:off x="4597301" y="3543300"/>
            <a:ext cx="29972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he-IL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מרצים</a:t>
            </a:r>
            <a:endParaRPr lang="en-US" sz="1800" dirty="0"/>
          </a:p>
        </p:txBody>
      </p:sp>
      <p:sp>
        <p:nvSpPr>
          <p:cNvPr id="30" name="Text 8"/>
          <p:cNvSpPr/>
          <p:nvPr/>
        </p:nvSpPr>
        <p:spPr>
          <a:xfrm>
            <a:off x="4597301" y="4000500"/>
            <a:ext cx="264997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defTabSz="914400" rtl="1" eaLnBrk="1" latinLnBrk="0" hangingPunct="1">
              <a:lnSpc>
                <a:spcPts val="1800"/>
              </a:lnSpc>
              <a:buNone/>
            </a:pPr>
            <a:r>
              <a:rPr lang="he-IL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</a:rPr>
              <a:t>רוצים להבין את העומס הכלול על הסטודנטים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4825901" y="4305300"/>
            <a:ext cx="242137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he-IL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</a:rPr>
              <a:t>מעוניינים לשפר עמידה בזמנים והגשות</a:t>
            </a:r>
            <a:endParaRPr lang="en-US" sz="1200" dirty="0"/>
          </a:p>
        </p:txBody>
      </p:sp>
      <p:sp>
        <p:nvSpPr>
          <p:cNvPr id="32" name="Text 10"/>
          <p:cNvSpPr/>
          <p:nvPr/>
        </p:nvSpPr>
        <p:spPr>
          <a:xfrm>
            <a:off x="4825902" y="4610100"/>
            <a:ext cx="242137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he-IL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</a:rPr>
              <a:t>זקוקים לתיאום טוב יותר מול הכיתות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8056840" y="3543300"/>
            <a:ext cx="359652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he-IL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מוסדות אקדמיים</a:t>
            </a:r>
            <a:endParaRPr lang="en-US" sz="1800" dirty="0"/>
          </a:p>
        </p:txBody>
      </p:sp>
      <p:sp>
        <p:nvSpPr>
          <p:cNvPr id="34" name="Text 12"/>
          <p:cNvSpPr/>
          <p:nvPr/>
        </p:nvSpPr>
        <p:spPr>
          <a:xfrm>
            <a:off x="8585150" y="4000500"/>
            <a:ext cx="249852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he-IL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</a:rPr>
              <a:t>שואפים לשפר את חווית הלמידה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8585149" y="4305300"/>
            <a:ext cx="249852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he-IL" sz="1200" dirty="0"/>
              <a:t>צריכים יכול מעקב ותיאום בין הקורסים</a:t>
            </a:r>
            <a:endParaRPr lang="en-US" sz="1200" dirty="0"/>
          </a:p>
        </p:txBody>
      </p:sp>
      <p:sp>
        <p:nvSpPr>
          <p:cNvPr id="36" name="Text 14"/>
          <p:cNvSpPr/>
          <p:nvPr/>
        </p:nvSpPr>
        <p:spPr>
          <a:xfrm>
            <a:off x="8585150" y="4610100"/>
            <a:ext cx="249852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he-IL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</a:rPr>
              <a:t>רוצים להפחית שחיקה ונשירה</a:t>
            </a:r>
            <a:endParaRPr lang="en-US" sz="12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4CFF93E-5D45-88E2-AACE-F89D8EC91351}"/>
              </a:ext>
            </a:extLst>
          </p:cNvPr>
          <p:cNvGrpSpPr/>
          <p:nvPr/>
        </p:nvGrpSpPr>
        <p:grpSpPr>
          <a:xfrm>
            <a:off x="609600" y="2400300"/>
            <a:ext cx="3454301" cy="3657600"/>
            <a:chOff x="609600" y="2400300"/>
            <a:chExt cx="3454301" cy="3657600"/>
          </a:xfrm>
        </p:grpSpPr>
        <p:pic>
          <p:nvPicPr>
            <p:cNvPr id="4" name="Image 2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09600" y="2400300"/>
              <a:ext cx="3454301" cy="3657600"/>
            </a:xfrm>
            <a:prstGeom prst="rect">
              <a:avLst/>
            </a:prstGeom>
            <a:ln w="38100" cap="sq">
              <a:solidFill>
                <a:schemeClr val="accent4">
                  <a:lumMod val="60000"/>
                  <a:lumOff val="40000"/>
                </a:schemeClr>
              </a:solidFill>
              <a:prstDash val="solid"/>
              <a:miter lim="800000"/>
            </a:ln>
            <a:effectLst>
              <a:outerShdw dist="38100" dir="2700000" sx="1000" sy="1000" algn="tl" rotWithShape="0">
                <a:srgbClr val="000000">
                  <a:alpha val="43000"/>
                </a:srgbClr>
              </a:outerShdw>
              <a:reflection stA="45000" endPos="0" dist="50800" dir="5400000" sy="-100000" algn="bl" rotWithShape="0"/>
            </a:effectLst>
          </p:spPr>
        </p:pic>
        <p:pic>
          <p:nvPicPr>
            <p:cNvPr id="5" name="Image 3" descr="preencoded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955750" y="2628900"/>
              <a:ext cx="762000" cy="762000"/>
            </a:xfrm>
            <a:prstGeom prst="rect">
              <a:avLst/>
            </a:prstGeom>
          </p:spPr>
        </p:pic>
        <p:pic>
          <p:nvPicPr>
            <p:cNvPr id="6" name="Image 4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165300" y="2819400"/>
              <a:ext cx="342900" cy="381000"/>
            </a:xfrm>
            <a:prstGeom prst="rect">
              <a:avLst/>
            </a:prstGeom>
          </p:spPr>
        </p:pic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649001" y="4044373"/>
              <a:ext cx="152400" cy="152400"/>
            </a:xfrm>
            <a:prstGeom prst="rect">
              <a:avLst/>
            </a:prstGeom>
          </p:spPr>
        </p:pic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649001" y="4343400"/>
              <a:ext cx="152400" cy="152400"/>
            </a:xfrm>
            <a:prstGeom prst="rect">
              <a:avLst/>
            </a:prstGeom>
          </p:spPr>
        </p:pic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649001" y="4657944"/>
              <a:ext cx="152400" cy="152400"/>
            </a:xfrm>
            <a:prstGeom prst="rect">
              <a:avLst/>
            </a:prstGeom>
          </p:spPr>
        </p:pic>
        <p:sp>
          <p:nvSpPr>
            <p:cNvPr id="25" name="Text 3"/>
            <p:cNvSpPr/>
            <p:nvPr/>
          </p:nvSpPr>
          <p:spPr>
            <a:xfrm>
              <a:off x="838200" y="3543300"/>
              <a:ext cx="2997101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2400"/>
                </a:lnSpc>
                <a:buNone/>
              </a:pPr>
              <a:r>
                <a:rPr lang="he-IL" b="1" dirty="0">
                  <a:solidFill>
                    <a:srgbClr val="1F2937"/>
                  </a:solidFill>
                  <a:latin typeface="ui-sans-serif" pitchFamily="34" charset="0"/>
                  <a:ea typeface="ui-sans-serif" pitchFamily="34" charset="-122"/>
                </a:rPr>
                <a:t>סטודנטים</a:t>
              </a:r>
              <a:endParaRPr lang="en-US" dirty="0"/>
            </a:p>
          </p:txBody>
        </p:sp>
        <p:sp>
          <p:nvSpPr>
            <p:cNvPr id="26" name="Text 4"/>
            <p:cNvSpPr/>
            <p:nvPr/>
          </p:nvSpPr>
          <p:spPr>
            <a:xfrm>
              <a:off x="1066800" y="4000500"/>
              <a:ext cx="2526209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r" defTabSz="914400" rtl="1" eaLnBrk="1" latinLnBrk="0" hangingPunct="1">
                <a:lnSpc>
                  <a:spcPts val="1800"/>
                </a:lnSpc>
                <a:buNone/>
              </a:pPr>
              <a:endParaRPr lang="en-US" sz="1200" dirty="0"/>
            </a:p>
          </p:txBody>
        </p:sp>
        <p:sp>
          <p:nvSpPr>
            <p:cNvPr id="40" name="Text 5">
              <a:extLst>
                <a:ext uri="{FF2B5EF4-FFF2-40B4-BE49-F238E27FC236}">
                  <a16:creationId xmlns:a16="http://schemas.microsoft.com/office/drawing/2014/main" id="{55F7EAF1-D492-26E1-BBD3-DAAB49C4E12E}"/>
                </a:ext>
              </a:extLst>
            </p:cNvPr>
            <p:cNvSpPr/>
            <p:nvPr/>
          </p:nvSpPr>
          <p:spPr>
            <a:xfrm>
              <a:off x="1054608" y="3991356"/>
              <a:ext cx="2463473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r" rtl="1">
                <a:lnSpc>
                  <a:spcPts val="1800"/>
                </a:lnSpc>
                <a:buNone/>
              </a:pPr>
              <a:r>
                <a:rPr lang="he-IL" sz="1200" dirty="0">
                  <a:solidFill>
                    <a:srgbClr val="374151"/>
                  </a:solidFill>
                  <a:ea typeface="ui-sans-serif" pitchFamily="34" charset="-122"/>
                </a:rPr>
                <a:t>מתמודדים עם עומס גבוהה וחוסר ארגון</a:t>
              </a:r>
              <a:endParaRPr lang="en-US" sz="1200" dirty="0"/>
            </a:p>
          </p:txBody>
        </p:sp>
        <p:sp>
          <p:nvSpPr>
            <p:cNvPr id="44" name="Text 5">
              <a:extLst>
                <a:ext uri="{FF2B5EF4-FFF2-40B4-BE49-F238E27FC236}">
                  <a16:creationId xmlns:a16="http://schemas.microsoft.com/office/drawing/2014/main" id="{F4B0F8D5-3581-AEEA-C283-4AB6A29D9D6A}"/>
                </a:ext>
              </a:extLst>
            </p:cNvPr>
            <p:cNvSpPr/>
            <p:nvPr/>
          </p:nvSpPr>
          <p:spPr>
            <a:xfrm>
              <a:off x="819912" y="4290060"/>
              <a:ext cx="2695121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r" rtl="1">
                <a:lnSpc>
                  <a:spcPts val="1800"/>
                </a:lnSpc>
                <a:buNone/>
              </a:pPr>
              <a:r>
                <a:rPr lang="he-IL" sz="1200" dirty="0">
                  <a:solidFill>
                    <a:srgbClr val="374151"/>
                  </a:solidFill>
                  <a:ea typeface="ui-sans-serif" pitchFamily="34" charset="-122"/>
                </a:rPr>
                <a:t>צריכים תמונת מצב ברורה של מטלות וזמנים</a:t>
              </a:r>
              <a:endParaRPr lang="en-US" sz="1200" dirty="0"/>
            </a:p>
          </p:txBody>
        </p:sp>
        <p:sp>
          <p:nvSpPr>
            <p:cNvPr id="45" name="Text 5">
              <a:extLst>
                <a:ext uri="{FF2B5EF4-FFF2-40B4-BE49-F238E27FC236}">
                  <a16:creationId xmlns:a16="http://schemas.microsoft.com/office/drawing/2014/main" id="{D9AA0193-3C13-FDA7-C60B-63911741A316}"/>
                </a:ext>
              </a:extLst>
            </p:cNvPr>
            <p:cNvSpPr/>
            <p:nvPr/>
          </p:nvSpPr>
          <p:spPr>
            <a:xfrm>
              <a:off x="826008" y="4597908"/>
              <a:ext cx="2695121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r" rtl="1">
                <a:lnSpc>
                  <a:spcPts val="1800"/>
                </a:lnSpc>
                <a:buNone/>
              </a:pPr>
              <a:r>
                <a:rPr lang="he-IL" sz="1200" dirty="0">
                  <a:solidFill>
                    <a:srgbClr val="374151"/>
                  </a:solidFill>
                  <a:ea typeface="ui-sans-serif" pitchFamily="34" charset="-122"/>
                </a:rPr>
                <a:t>מחפשים כלי פשוט וחכם שיפחית את הלחץ</a:t>
              </a:r>
              <a:endParaRPr lang="en-US" sz="12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0E63293-24D1-0F02-D62A-BA8606B2B9EA}"/>
              </a:ext>
            </a:extLst>
          </p:cNvPr>
          <p:cNvGrpSpPr/>
          <p:nvPr/>
        </p:nvGrpSpPr>
        <p:grpSpPr>
          <a:xfrm rot="20899592">
            <a:off x="192427" y="-71558"/>
            <a:ext cx="2944045" cy="2905102"/>
            <a:chOff x="170398" y="-150765"/>
            <a:chExt cx="2436091" cy="2436091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45A7D2B0-B920-B1CE-9549-22E7AC271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70398" y="-150765"/>
              <a:ext cx="2436091" cy="2436091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926BBEA-41F5-DD76-6BBE-5A37E616A781}"/>
                </a:ext>
              </a:extLst>
            </p:cNvPr>
            <p:cNvSpPr txBox="1"/>
            <p:nvPr/>
          </p:nvSpPr>
          <p:spPr>
            <a:xfrm rot="21527833">
              <a:off x="709633" y="450156"/>
              <a:ext cx="1331604" cy="8516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/>
              <a:r>
                <a:rPr lang="en-IL" sz="1200" b="1" dirty="0">
                  <a:solidFill>
                    <a:schemeClr val="bg2">
                      <a:lumMod val="50000"/>
                    </a:schemeClr>
                  </a:solidFill>
                </a:rPr>
                <a:t>💬 </a:t>
              </a:r>
              <a:r>
                <a:rPr lang="he-IL" sz="1200" b="1" dirty="0">
                  <a:solidFill>
                    <a:schemeClr val="bg2">
                      <a:lumMod val="50000"/>
                    </a:schemeClr>
                  </a:solidFill>
                </a:rPr>
                <a:t>מהסקר:</a:t>
              </a:r>
              <a:br>
                <a:rPr lang="he-IL" sz="1200" dirty="0">
                  <a:solidFill>
                    <a:schemeClr val="bg2">
                      <a:lumMod val="50000"/>
                    </a:schemeClr>
                  </a:solidFill>
                </a:rPr>
              </a:br>
              <a:r>
                <a:rPr lang="he-IL" sz="1200" b="1" dirty="0">
                  <a:solidFill>
                    <a:schemeClr val="bg2">
                      <a:lumMod val="50000"/>
                    </a:schemeClr>
                  </a:solidFill>
                </a:rPr>
                <a:t>73% משתמשים ביותר ממערכת אחת לניהול משימות ושגרה אקדמית.</a:t>
              </a:r>
              <a:endParaRPr lang="he-IL" sz="12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8949" y="1600200"/>
            <a:ext cx="257175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019300"/>
            <a:ext cx="3555950" cy="800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0064" y="219075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4839" y="2247900"/>
            <a:ext cx="17145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7950" y="2019300"/>
            <a:ext cx="3555950" cy="800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8414" y="2190750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49377" y="2247900"/>
            <a:ext cx="219075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26301" y="2019300"/>
            <a:ext cx="3556099" cy="800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76765" y="2190750"/>
            <a:ext cx="3810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81540" y="2247900"/>
            <a:ext cx="17145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11141" y="3162300"/>
            <a:ext cx="285750" cy="228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581400"/>
            <a:ext cx="3555950" cy="800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60064" y="3752850"/>
            <a:ext cx="3810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41027" y="3810000"/>
            <a:ext cx="219075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7950" y="3581400"/>
            <a:ext cx="3555950" cy="800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68414" y="3752850"/>
            <a:ext cx="38100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73189" y="3810000"/>
            <a:ext cx="171450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26301" y="3581400"/>
            <a:ext cx="3556099" cy="8001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976765" y="3752850"/>
            <a:ext cx="381000" cy="381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057727" y="3810000"/>
            <a:ext cx="219075" cy="266700"/>
          </a:xfrm>
          <a:prstGeom prst="rect">
            <a:avLst/>
          </a:prstGeom>
        </p:spPr>
      </p:pic>
      <p:sp>
        <p:nvSpPr>
          <p:cNvPr id="25" name="Text 1"/>
          <p:cNvSpPr/>
          <p:nvPr/>
        </p:nvSpPr>
        <p:spPr>
          <a:xfrm>
            <a:off x="609600" y="9144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he-IL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בעלי עניין</a:t>
            </a:r>
            <a:endParaRPr lang="en-US" sz="2700" dirty="0"/>
          </a:p>
        </p:txBody>
      </p:sp>
      <p:sp>
        <p:nvSpPr>
          <p:cNvPr id="26" name="Text 2"/>
          <p:cNvSpPr/>
          <p:nvPr/>
        </p:nvSpPr>
        <p:spPr>
          <a:xfrm>
            <a:off x="981075" y="1562100"/>
            <a:ext cx="1014717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defTabSz="914400" rtl="1" eaLnBrk="1" latinLnBrk="0" hangingPunct="1">
              <a:lnSpc>
                <a:spcPts val="2400"/>
              </a:lnSpc>
              <a:buNone/>
            </a:pPr>
            <a:r>
              <a:rPr lang="he-IL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</a:rPr>
              <a:t>בעלי עניין ראשיים</a:t>
            </a:r>
            <a:endParaRPr lang="en-US" sz="1800" dirty="0"/>
          </a:p>
        </p:txBody>
      </p:sp>
      <p:sp>
        <p:nvSpPr>
          <p:cNvPr id="27" name="Text 3"/>
          <p:cNvSpPr/>
          <p:nvPr/>
        </p:nvSpPr>
        <p:spPr>
          <a:xfrm>
            <a:off x="1257299" y="2171700"/>
            <a:ext cx="207812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he-IL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סטודנטים</a:t>
            </a:r>
            <a:endParaRPr lang="en-US" sz="1200" dirty="0"/>
          </a:p>
        </p:txBody>
      </p:sp>
      <p:sp>
        <p:nvSpPr>
          <p:cNvPr id="28" name="Text 4"/>
          <p:cNvSpPr/>
          <p:nvPr/>
        </p:nvSpPr>
        <p:spPr>
          <a:xfrm>
            <a:off x="1257300" y="2400300"/>
            <a:ext cx="207812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>
              <a:lnSpc>
                <a:spcPts val="1500"/>
              </a:lnSpc>
            </a:pPr>
            <a:r>
              <a:rPr lang="he-IL" sz="1050" dirty="0"/>
              <a:t>המשתמשים העיקריים של המערכת </a:t>
            </a:r>
            <a:endParaRPr lang="en-US" sz="1050" dirty="0"/>
          </a:p>
        </p:txBody>
      </p:sp>
      <p:sp>
        <p:nvSpPr>
          <p:cNvPr id="29" name="Text 5"/>
          <p:cNvSpPr/>
          <p:nvPr/>
        </p:nvSpPr>
        <p:spPr>
          <a:xfrm>
            <a:off x="4965650" y="2171700"/>
            <a:ext cx="207812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he-IL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מרצים</a:t>
            </a:r>
            <a:endParaRPr lang="en-US" sz="1200" dirty="0"/>
          </a:p>
        </p:txBody>
      </p:sp>
      <p:sp>
        <p:nvSpPr>
          <p:cNvPr id="30" name="Text 6"/>
          <p:cNvSpPr/>
          <p:nvPr/>
        </p:nvSpPr>
        <p:spPr>
          <a:xfrm>
            <a:off x="4390185" y="2400300"/>
            <a:ext cx="265359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>
              <a:lnSpc>
                <a:spcPts val="1500"/>
              </a:lnSpc>
            </a:pPr>
            <a:r>
              <a:rPr lang="he-IL" sz="1050" dirty="0"/>
              <a:t>אחראים על מטלות, מבחנים והעברת החומר</a:t>
            </a:r>
            <a:endParaRPr lang="en-US" sz="1050" dirty="0"/>
          </a:p>
        </p:txBody>
      </p:sp>
      <p:sp>
        <p:nvSpPr>
          <p:cNvPr id="31" name="Text 7"/>
          <p:cNvSpPr/>
          <p:nvPr/>
        </p:nvSpPr>
        <p:spPr>
          <a:xfrm>
            <a:off x="8674001" y="2171700"/>
            <a:ext cx="207812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he-IL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מוסדות אקדמיים</a:t>
            </a:r>
            <a:endParaRPr lang="en-US" sz="1200" dirty="0"/>
          </a:p>
        </p:txBody>
      </p:sp>
      <p:sp>
        <p:nvSpPr>
          <p:cNvPr id="32" name="Text 8"/>
          <p:cNvSpPr/>
          <p:nvPr/>
        </p:nvSpPr>
        <p:spPr>
          <a:xfrm>
            <a:off x="8297115" y="2400300"/>
            <a:ext cx="245501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>
              <a:lnSpc>
                <a:spcPts val="1500"/>
              </a:lnSpc>
            </a:pPr>
            <a:r>
              <a:rPr lang="he-IL" sz="1050" dirty="0"/>
              <a:t>אוניברסיטאות, מכללות, חוגים ויחידות הוראה</a:t>
            </a:r>
            <a:endParaRPr lang="en-US" sz="1050" dirty="0"/>
          </a:p>
        </p:txBody>
      </p:sp>
      <p:sp>
        <p:nvSpPr>
          <p:cNvPr id="33" name="Text 9"/>
          <p:cNvSpPr/>
          <p:nvPr/>
        </p:nvSpPr>
        <p:spPr>
          <a:xfrm>
            <a:off x="1009650" y="3124200"/>
            <a:ext cx="1011859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he-IL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</a:rPr>
              <a:t>בעלי עניין משניים</a:t>
            </a:r>
            <a:endParaRPr lang="en-US" b="1" dirty="0">
              <a:solidFill>
                <a:srgbClr val="374151"/>
              </a:solidFill>
              <a:latin typeface="ui-sans-serif" pitchFamily="34" charset="0"/>
              <a:ea typeface="ui-sans-serif" pitchFamily="34" charset="-122"/>
            </a:endParaRPr>
          </a:p>
        </p:txBody>
      </p:sp>
      <p:sp>
        <p:nvSpPr>
          <p:cNvPr id="34" name="Text 10"/>
          <p:cNvSpPr/>
          <p:nvPr/>
        </p:nvSpPr>
        <p:spPr>
          <a:xfrm>
            <a:off x="1257300" y="3733800"/>
            <a:ext cx="212452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>
              <a:lnSpc>
                <a:spcPts val="1800"/>
              </a:lnSpc>
            </a:pPr>
            <a:r>
              <a:rPr lang="he-IL" sz="12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המל"ג</a:t>
            </a:r>
            <a:r>
              <a:rPr lang="he-IL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 (המועצה להשכלה גבוהה</a:t>
            </a:r>
            <a:r>
              <a:rPr lang="he-IL" sz="1200" b="1" dirty="0"/>
              <a:t>)</a:t>
            </a:r>
            <a:endParaRPr lang="en-US" sz="1200" b="1" dirty="0"/>
          </a:p>
          <a:p>
            <a:pPr marL="0" indent="0" algn="r" rtl="1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35" name="Text 11"/>
          <p:cNvSpPr/>
          <p:nvPr/>
        </p:nvSpPr>
        <p:spPr>
          <a:xfrm>
            <a:off x="805160" y="3962400"/>
            <a:ext cx="256645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>
              <a:lnSpc>
                <a:spcPts val="1500"/>
              </a:lnSpc>
            </a:pPr>
            <a:r>
              <a:rPr lang="he-IL" sz="1050" dirty="0"/>
              <a:t>גורם רגולטורי שמפקח על הסטנדרטים האקדמיים, איכות הלמידה וההעמסה על הסטודנטים.</a:t>
            </a:r>
            <a:endParaRPr lang="en-US" sz="1050" dirty="0"/>
          </a:p>
        </p:txBody>
      </p:sp>
      <p:sp>
        <p:nvSpPr>
          <p:cNvPr id="36" name="Text 12"/>
          <p:cNvSpPr/>
          <p:nvPr/>
        </p:nvSpPr>
        <p:spPr>
          <a:xfrm>
            <a:off x="4965650" y="3733800"/>
            <a:ext cx="207942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>
              <a:lnSpc>
                <a:spcPts val="1800"/>
              </a:lnSpc>
            </a:pPr>
            <a:r>
              <a:rPr lang="he-IL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משקיעים וגורמים עסקיים</a:t>
            </a:r>
            <a:endParaRPr lang="en-US" sz="1200" b="1" dirty="0">
              <a:solidFill>
                <a:srgbClr val="1F2937"/>
              </a:solidFill>
              <a:latin typeface="ui-sans-serif" pitchFamily="34" charset="0"/>
              <a:ea typeface="ui-sans-serif" pitchFamily="34" charset="-122"/>
            </a:endParaRPr>
          </a:p>
        </p:txBody>
      </p:sp>
      <p:sp>
        <p:nvSpPr>
          <p:cNvPr id="37" name="Text 13"/>
          <p:cNvSpPr/>
          <p:nvPr/>
        </p:nvSpPr>
        <p:spPr>
          <a:xfrm>
            <a:off x="4588764" y="3962400"/>
            <a:ext cx="2455015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/>
            <a:r>
              <a:rPr lang="he-IL" sz="1050" dirty="0"/>
              <a:t>תומכי פיתוח שמחפשים חדשנות ופתרון </a:t>
            </a:r>
            <a:r>
              <a:rPr lang="he-IL" sz="1050" dirty="0" err="1"/>
              <a:t>סקיילבילי</a:t>
            </a:r>
            <a:r>
              <a:rPr lang="he-IL" sz="1050" dirty="0"/>
              <a:t> לשוק האקדמי.</a:t>
            </a:r>
          </a:p>
        </p:txBody>
      </p:sp>
      <p:sp>
        <p:nvSpPr>
          <p:cNvPr id="38" name="Text 14"/>
          <p:cNvSpPr/>
          <p:nvPr/>
        </p:nvSpPr>
        <p:spPr>
          <a:xfrm>
            <a:off x="8297115" y="3733800"/>
            <a:ext cx="245501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>
              <a:lnSpc>
                <a:spcPts val="1800"/>
              </a:lnSpc>
            </a:pPr>
            <a:r>
              <a:rPr lang="he-IL" sz="1200" b="1" dirty="0"/>
              <a:t>חברות </a:t>
            </a:r>
            <a:r>
              <a:rPr lang="en-US" sz="1200" b="1" dirty="0"/>
              <a:t>EdTech</a:t>
            </a:r>
            <a:r>
              <a:rPr lang="he-IL" sz="1200" b="1" dirty="0"/>
              <a:t> ושותפים טכנולוגיים</a:t>
            </a:r>
            <a:endParaRPr lang="en-US" sz="1200" b="1" dirty="0"/>
          </a:p>
        </p:txBody>
      </p:sp>
      <p:sp>
        <p:nvSpPr>
          <p:cNvPr id="39" name="Text 15"/>
          <p:cNvSpPr/>
          <p:nvPr/>
        </p:nvSpPr>
        <p:spPr>
          <a:xfrm>
            <a:off x="8297115" y="3962400"/>
            <a:ext cx="245501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/>
            <a:r>
              <a:rPr lang="he-IL" sz="1050" dirty="0"/>
              <a:t>שותפות איתן עשויה לאפשר אינטגרציות, פיתוח פיצ'רים והרחבת המוצר.</a:t>
            </a:r>
          </a:p>
        </p:txBody>
      </p:sp>
      <p:pic>
        <p:nvPicPr>
          <p:cNvPr id="43" name="Image 1" descr="preencoded.png">
            <a:extLst>
              <a:ext uri="{FF2B5EF4-FFF2-40B4-BE49-F238E27FC236}">
                <a16:creationId xmlns:a16="http://schemas.microsoft.com/office/drawing/2014/main" id="{3293C990-BC89-92B9-875B-8DD0B63A39F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667851" y="1371600"/>
            <a:ext cx="914400" cy="38100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D6929334-804C-6130-A1ED-062870D17F03}"/>
              </a:ext>
            </a:extLst>
          </p:cNvPr>
          <p:cNvGrpSpPr/>
          <p:nvPr/>
        </p:nvGrpSpPr>
        <p:grpSpPr>
          <a:xfrm rot="849666">
            <a:off x="6895237" y="4122273"/>
            <a:ext cx="3252726" cy="3127226"/>
            <a:chOff x="170398" y="-150765"/>
            <a:chExt cx="2436091" cy="2436091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61AE0D49-C966-2B4C-DAD7-31E48BE5E1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70398" y="-150765"/>
              <a:ext cx="2436091" cy="2436091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0D772AC-0758-5CED-B3B9-27310D4546A9}"/>
                </a:ext>
              </a:extLst>
            </p:cNvPr>
            <p:cNvSpPr txBox="1"/>
            <p:nvPr/>
          </p:nvSpPr>
          <p:spPr>
            <a:xfrm rot="21527833">
              <a:off x="709632" y="552334"/>
              <a:ext cx="1331604" cy="6473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/>
              <a:r>
                <a:rPr lang="en-IL" sz="1200" b="1" dirty="0">
                  <a:solidFill>
                    <a:schemeClr val="bg2">
                      <a:lumMod val="50000"/>
                    </a:schemeClr>
                  </a:solidFill>
                </a:rPr>
                <a:t>💬 </a:t>
              </a:r>
              <a:r>
                <a:rPr lang="he-IL" sz="1200" b="1" dirty="0">
                  <a:solidFill>
                    <a:schemeClr val="bg2">
                      <a:lumMod val="50000"/>
                    </a:schemeClr>
                  </a:solidFill>
                </a:rPr>
                <a:t>מהסקר:</a:t>
              </a:r>
              <a:br>
                <a:rPr lang="he-IL" sz="1200" dirty="0">
                  <a:solidFill>
                    <a:schemeClr val="bg2">
                      <a:lumMod val="50000"/>
                    </a:schemeClr>
                  </a:solidFill>
                </a:rPr>
              </a:br>
              <a:r>
                <a:rPr lang="he-IL" sz="1200" b="1" dirty="0">
                  <a:solidFill>
                    <a:schemeClr val="bg2">
                      <a:lumMod val="50000"/>
                    </a:schemeClr>
                  </a:solidFill>
                </a:rPr>
                <a:t>81% אמרו שמערכת אחת שמרכזת הכול הייתה עוזרת להם מאוד.</a:t>
              </a:r>
              <a:endParaRPr lang="he-IL" sz="12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2D842AE-6F7D-64E5-1D2C-9FDAA97342C9}"/>
              </a:ext>
            </a:extLst>
          </p:cNvPr>
          <p:cNvGrpSpPr/>
          <p:nvPr/>
        </p:nvGrpSpPr>
        <p:grpSpPr>
          <a:xfrm rot="20680770">
            <a:off x="2556181" y="4184149"/>
            <a:ext cx="3252726" cy="3127226"/>
            <a:chOff x="170398" y="-150765"/>
            <a:chExt cx="2436091" cy="2436091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FE2A3152-83A7-2FBC-00B9-E01CAA5CC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70398" y="-150765"/>
              <a:ext cx="2436091" cy="2436091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CADC3C6-FB71-CDFE-745E-981951829A5C}"/>
                </a:ext>
              </a:extLst>
            </p:cNvPr>
            <p:cNvSpPr txBox="1"/>
            <p:nvPr/>
          </p:nvSpPr>
          <p:spPr>
            <a:xfrm rot="21527833">
              <a:off x="709632" y="624261"/>
              <a:ext cx="1331604" cy="5034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/>
              <a:r>
                <a:rPr lang="en-IL" sz="1200" b="1" dirty="0">
                  <a:solidFill>
                    <a:schemeClr val="bg2">
                      <a:lumMod val="50000"/>
                    </a:schemeClr>
                  </a:solidFill>
                </a:rPr>
                <a:t>💬 </a:t>
              </a:r>
              <a:r>
                <a:rPr lang="he-IL" sz="1200" b="1" dirty="0">
                  <a:solidFill>
                    <a:schemeClr val="bg2">
                      <a:lumMod val="50000"/>
                    </a:schemeClr>
                  </a:solidFill>
                </a:rPr>
                <a:t>מהסקר:</a:t>
              </a:r>
              <a:br>
                <a:rPr lang="he-IL" sz="1200" dirty="0">
                  <a:solidFill>
                    <a:schemeClr val="bg2">
                      <a:lumMod val="50000"/>
                    </a:schemeClr>
                  </a:solidFill>
                </a:rPr>
              </a:br>
              <a:r>
                <a:rPr lang="he-IL" sz="1200" b="1" dirty="0">
                  <a:solidFill>
                    <a:schemeClr val="bg2">
                      <a:lumMod val="50000"/>
                    </a:schemeClr>
                  </a:solidFill>
                </a:rPr>
                <a:t>65% רוצים לוח שנה חכם שמציג עומס.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133600"/>
            <a:ext cx="3505200" cy="18954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6450" y="232410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7900" y="245745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2133600"/>
            <a:ext cx="3505200" cy="18954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0" y="2324100"/>
            <a:ext cx="571500" cy="571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7413" y="2457450"/>
            <a:ext cx="257175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7200" y="2133600"/>
            <a:ext cx="3505200" cy="18954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44050" y="2324100"/>
            <a:ext cx="571500" cy="571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15500" y="245745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257675"/>
            <a:ext cx="3505200" cy="189547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76450" y="4448175"/>
            <a:ext cx="571500" cy="571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47900" y="4581525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4257675"/>
            <a:ext cx="3505200" cy="189547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10250" y="4448175"/>
            <a:ext cx="571500" cy="571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53125" y="4581525"/>
            <a:ext cx="28575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7200" y="4257675"/>
            <a:ext cx="3505200" cy="189547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44050" y="4448175"/>
            <a:ext cx="571500" cy="571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29788" y="4581525"/>
            <a:ext cx="200025" cy="304800"/>
          </a:xfrm>
          <a:prstGeom prst="rect">
            <a:avLst/>
          </a:prstGeom>
        </p:spPr>
      </p:pic>
      <p:sp>
        <p:nvSpPr>
          <p:cNvPr id="24" name="Text 2"/>
          <p:cNvSpPr/>
          <p:nvPr/>
        </p:nvSpPr>
        <p:spPr>
          <a:xfrm>
            <a:off x="609600" y="1562100"/>
            <a:ext cx="13167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defTabSz="914400" rtl="1" eaLnBrk="1" latinLnBrk="0" hangingPunct="1">
              <a:lnSpc>
                <a:spcPts val="2100"/>
              </a:lnSpc>
              <a:buNone/>
            </a:pPr>
            <a:endParaRPr lang="en-US" sz="1350" dirty="0"/>
          </a:p>
        </p:txBody>
      </p:sp>
      <p:sp>
        <p:nvSpPr>
          <p:cNvPr id="25" name="Text 3"/>
          <p:cNvSpPr/>
          <p:nvPr/>
        </p:nvSpPr>
        <p:spPr>
          <a:xfrm>
            <a:off x="487680" y="3038475"/>
            <a:ext cx="37490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he-IL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ניהול זמן</a:t>
            </a:r>
            <a:endParaRPr lang="en-US" sz="1500" dirty="0"/>
          </a:p>
        </p:txBody>
      </p:sp>
      <p:sp>
        <p:nvSpPr>
          <p:cNvPr id="26" name="Text 4"/>
          <p:cNvSpPr/>
          <p:nvPr/>
        </p:nvSpPr>
        <p:spPr>
          <a:xfrm>
            <a:off x="800100" y="3381375"/>
            <a:ext cx="3124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he-IL" sz="1200" dirty="0"/>
              <a:t>סטודנטים מתקשים לבנות לוח זמנים יעיל ולפזר עומסים בצורה נכונה.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4221480" y="3038475"/>
            <a:ext cx="37490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he-IL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עומס מידע</a:t>
            </a:r>
            <a:endParaRPr lang="en-US" sz="1500" dirty="0"/>
          </a:p>
        </p:txBody>
      </p:sp>
      <p:sp>
        <p:nvSpPr>
          <p:cNvPr id="28" name="Text 6"/>
          <p:cNvSpPr/>
          <p:nvPr/>
        </p:nvSpPr>
        <p:spPr>
          <a:xfrm>
            <a:off x="4533900" y="3381375"/>
            <a:ext cx="3124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he-IL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שימוש במערכות רבות ללא אינטגרציה</a:t>
            </a:r>
            <a:endParaRPr lang="en-US" sz="1200" dirty="0"/>
          </a:p>
        </p:txBody>
      </p:sp>
      <p:sp>
        <p:nvSpPr>
          <p:cNvPr id="29" name="Text 7"/>
          <p:cNvSpPr/>
          <p:nvPr/>
        </p:nvSpPr>
        <p:spPr>
          <a:xfrm>
            <a:off x="7955280" y="3038475"/>
            <a:ext cx="37490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he-IL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חוסר במסלול למידה ברור</a:t>
            </a:r>
            <a:endParaRPr lang="en-US" sz="1500" dirty="0"/>
          </a:p>
        </p:txBody>
      </p:sp>
      <p:sp>
        <p:nvSpPr>
          <p:cNvPr id="30" name="Text 8"/>
          <p:cNvSpPr/>
          <p:nvPr/>
        </p:nvSpPr>
        <p:spPr>
          <a:xfrm>
            <a:off x="8267700" y="3381375"/>
            <a:ext cx="3124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he-IL" sz="1200" dirty="0"/>
              <a:t>ללא הנחיה מסודרת – סטודנטים מתקשים להבין מה ללמוד מתי.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487680" y="5162550"/>
            <a:ext cx="37490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he-IL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״תמונת עומס מלאה״</a:t>
            </a:r>
            <a:endParaRPr lang="en-US" sz="1500" dirty="0"/>
          </a:p>
        </p:txBody>
      </p:sp>
      <p:sp>
        <p:nvSpPr>
          <p:cNvPr id="32" name="Text 10"/>
          <p:cNvSpPr/>
          <p:nvPr/>
        </p:nvSpPr>
        <p:spPr>
          <a:xfrm>
            <a:off x="800100" y="5505450"/>
            <a:ext cx="3124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he-IL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אין תמונה ברורה של רמת העומס בשבוע הקרוב.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4221480" y="5162550"/>
            <a:ext cx="37490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he-IL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התאמה אישית</a:t>
            </a:r>
            <a:endParaRPr lang="en-US" sz="1500" dirty="0"/>
          </a:p>
        </p:txBody>
      </p:sp>
      <p:sp>
        <p:nvSpPr>
          <p:cNvPr id="34" name="Text 12"/>
          <p:cNvSpPr/>
          <p:nvPr/>
        </p:nvSpPr>
        <p:spPr>
          <a:xfrm>
            <a:off x="4533900" y="5505450"/>
            <a:ext cx="3124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he-IL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המערכות הקיימות לא מבינות את סגנון הלמידה של המשתמש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7955280" y="5162550"/>
            <a:ext cx="37490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he-IL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דחיינות וחוסר מוטיבציה</a:t>
            </a:r>
            <a:endParaRPr lang="en-US" sz="1500" dirty="0"/>
          </a:p>
        </p:txBody>
      </p:sp>
      <p:sp>
        <p:nvSpPr>
          <p:cNvPr id="36" name="Text 14"/>
          <p:cNvSpPr/>
          <p:nvPr/>
        </p:nvSpPr>
        <p:spPr>
          <a:xfrm>
            <a:off x="8267700" y="5505450"/>
            <a:ext cx="3124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he-IL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בלי חלוקה ראלית של העומס – סטודנטים נוטים לדחות משימות לרגע האחרון</a:t>
            </a:r>
            <a:endParaRPr lang="en-US" sz="1200" dirty="0"/>
          </a:p>
        </p:txBody>
      </p:sp>
      <p:pic>
        <p:nvPicPr>
          <p:cNvPr id="38" name="Image 1" descr="preencoded.png">
            <a:extLst>
              <a:ext uri="{FF2B5EF4-FFF2-40B4-BE49-F238E27FC236}">
                <a16:creationId xmlns:a16="http://schemas.microsoft.com/office/drawing/2014/main" id="{75A4382E-E572-4D16-5D9C-692A6BC6E43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67851" y="1371600"/>
            <a:ext cx="914400" cy="38100"/>
          </a:xfrm>
          <a:prstGeom prst="rect">
            <a:avLst/>
          </a:prstGeom>
        </p:spPr>
      </p:pic>
      <p:sp>
        <p:nvSpPr>
          <p:cNvPr id="39" name="Text 1">
            <a:extLst>
              <a:ext uri="{FF2B5EF4-FFF2-40B4-BE49-F238E27FC236}">
                <a16:creationId xmlns:a16="http://schemas.microsoft.com/office/drawing/2014/main" id="{9B91C784-2CA9-83C9-286B-F25D591142E6}"/>
              </a:ext>
            </a:extLst>
          </p:cNvPr>
          <p:cNvSpPr/>
          <p:nvPr/>
        </p:nvSpPr>
        <p:spPr>
          <a:xfrm>
            <a:off x="609600" y="9144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defTabSz="914400" rtl="1" eaLnBrk="1" latinLnBrk="0" hangingPunct="1">
              <a:lnSpc>
                <a:spcPts val="3000"/>
              </a:lnSpc>
              <a:buNone/>
            </a:pPr>
            <a:r>
              <a:rPr lang="he-IL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הבעיות המרכזיות (</a:t>
            </a: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Pains</a:t>
            </a:r>
            <a:r>
              <a:rPr lang="he-IL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)</a:t>
            </a:r>
            <a:endParaRPr lang="en-US" sz="270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A4955FC-210A-A777-3600-9E08EA90F2B9}"/>
              </a:ext>
            </a:extLst>
          </p:cNvPr>
          <p:cNvGrpSpPr/>
          <p:nvPr/>
        </p:nvGrpSpPr>
        <p:grpSpPr>
          <a:xfrm rot="21007371">
            <a:off x="708326" y="-271924"/>
            <a:ext cx="3060169" cy="2936345"/>
            <a:chOff x="170398" y="-150765"/>
            <a:chExt cx="2436091" cy="2436091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2D1F7C15-329C-0CDE-20DA-20C351A9B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70398" y="-150765"/>
              <a:ext cx="2436091" cy="2436091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AFA0FEB-1E39-89B2-5068-748F9413C4B1}"/>
                </a:ext>
              </a:extLst>
            </p:cNvPr>
            <p:cNvSpPr txBox="1"/>
            <p:nvPr/>
          </p:nvSpPr>
          <p:spPr>
            <a:xfrm rot="21527833">
              <a:off x="709632" y="531290"/>
              <a:ext cx="1331604" cy="6894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/>
              <a:r>
                <a:rPr lang="en-IL" sz="1200" b="1" dirty="0">
                  <a:solidFill>
                    <a:schemeClr val="bg2">
                      <a:lumMod val="50000"/>
                    </a:schemeClr>
                  </a:solidFill>
                </a:rPr>
                <a:t>💬 </a:t>
              </a:r>
              <a:r>
                <a:rPr lang="he-IL" sz="1200" b="1" dirty="0">
                  <a:solidFill>
                    <a:schemeClr val="bg2">
                      <a:lumMod val="50000"/>
                    </a:schemeClr>
                  </a:solidFill>
                </a:rPr>
                <a:t>מהסקר:</a:t>
              </a:r>
              <a:br>
                <a:rPr lang="he-IL" sz="1200" dirty="0">
                  <a:solidFill>
                    <a:schemeClr val="bg2">
                      <a:lumMod val="50000"/>
                    </a:schemeClr>
                  </a:solidFill>
                </a:rPr>
              </a:br>
              <a:r>
                <a:rPr lang="he-IL" sz="1200" b="1" dirty="0">
                  <a:solidFill>
                    <a:schemeClr val="bg2">
                      <a:lumMod val="50000"/>
                    </a:schemeClr>
                  </a:solidFill>
                </a:rPr>
                <a:t>57% מרגישים עומס או בלבול בין מטלות לעיתים קרובות.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66900"/>
            <a:ext cx="3530501" cy="16573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328" y="20193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2528" y="2085975"/>
            <a:ext cx="3238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0601" y="1866900"/>
            <a:ext cx="3530650" cy="16573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0481" y="2019300"/>
            <a:ext cx="476250" cy="4762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9068" y="2085975"/>
            <a:ext cx="219075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51750" y="1866900"/>
            <a:ext cx="3530501" cy="1657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26131" y="2019300"/>
            <a:ext cx="476250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40431" y="2085975"/>
            <a:ext cx="24765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714750"/>
            <a:ext cx="3530501" cy="1657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86328" y="3867150"/>
            <a:ext cx="476250" cy="4762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81578" y="3933825"/>
            <a:ext cx="285750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51750" y="3714750"/>
            <a:ext cx="3530501" cy="16573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26131" y="3867150"/>
            <a:ext cx="476250" cy="4762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021381" y="3933825"/>
            <a:ext cx="285750" cy="342900"/>
          </a:xfrm>
          <a:prstGeom prst="rect">
            <a:avLst/>
          </a:prstGeom>
        </p:spPr>
      </p:pic>
      <p:sp>
        <p:nvSpPr>
          <p:cNvPr id="24" name="Text 2"/>
          <p:cNvSpPr/>
          <p:nvPr/>
        </p:nvSpPr>
        <p:spPr>
          <a:xfrm>
            <a:off x="609600" y="1433140"/>
            <a:ext cx="1082025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defTabSz="914400" rtl="1" eaLnBrk="1" latinLnBrk="0" hangingPunct="1">
              <a:lnSpc>
                <a:spcPts val="2100"/>
              </a:lnSpc>
              <a:buNone/>
            </a:pPr>
            <a:r>
              <a:rPr lang="he-IL" sz="1350" dirty="0"/>
              <a:t>סטודנטים משתמשים במספר כלים למעקב אחר לוח הזמנים והמטלות שלהם</a:t>
            </a:r>
            <a:endParaRPr lang="en-US" sz="1350" dirty="0"/>
          </a:p>
        </p:txBody>
      </p:sp>
      <p:sp>
        <p:nvSpPr>
          <p:cNvPr id="25" name="Text 3"/>
          <p:cNvSpPr/>
          <p:nvPr/>
        </p:nvSpPr>
        <p:spPr>
          <a:xfrm>
            <a:off x="16879" y="2085975"/>
            <a:ext cx="308762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he-IL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פלטפורמות למידה</a:t>
            </a:r>
            <a:endParaRPr lang="en-US" sz="1500" dirty="0"/>
          </a:p>
        </p:txBody>
      </p:sp>
      <p:sp>
        <p:nvSpPr>
          <p:cNvPr id="26" name="Text 4"/>
          <p:cNvSpPr/>
          <p:nvPr/>
        </p:nvSpPr>
        <p:spPr>
          <a:xfrm>
            <a:off x="761999" y="2664333"/>
            <a:ext cx="32257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/>
            <a:r>
              <a:rPr lang="he-IL" sz="1200" dirty="0"/>
              <a:t>המערכות מתמקדות בעיקר בתוכן ובניהול קורסים, אך אינן נותנות תמונת עומס, חיזוי עומסים או ניהול משימות אישי.</a:t>
            </a:r>
          </a:p>
        </p:txBody>
      </p:sp>
      <p:sp>
        <p:nvSpPr>
          <p:cNvPr id="27" name="Text 5"/>
          <p:cNvSpPr/>
          <p:nvPr/>
        </p:nvSpPr>
        <p:spPr>
          <a:xfrm>
            <a:off x="4276769" y="2091390"/>
            <a:ext cx="262188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he-IL" sz="1500" b="1" dirty="0"/>
              <a:t>פתקים וניהול משימות</a:t>
            </a:r>
            <a:endParaRPr lang="en-US" sz="1500" b="1" dirty="0"/>
          </a:p>
        </p:txBody>
      </p:sp>
      <p:sp>
        <p:nvSpPr>
          <p:cNvPr id="28" name="Text 6"/>
          <p:cNvSpPr/>
          <p:nvPr/>
        </p:nvSpPr>
        <p:spPr>
          <a:xfrm>
            <a:off x="4433985" y="2689087"/>
            <a:ext cx="3225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/>
            <a:r>
              <a:rPr lang="he-IL" sz="1200" dirty="0"/>
              <a:t>כלים גמישים אך לא מותאמים לסטודנטים, ללא יכולת להעריך זמן, לחזות עומס או לקשר בין מטלות, שיעורים ומבחנים.</a:t>
            </a:r>
          </a:p>
        </p:txBody>
      </p:sp>
      <p:sp>
        <p:nvSpPr>
          <p:cNvPr id="29" name="Text 7"/>
          <p:cNvSpPr/>
          <p:nvPr/>
        </p:nvSpPr>
        <p:spPr>
          <a:xfrm>
            <a:off x="7418605" y="2121841"/>
            <a:ext cx="32257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defTabSz="914400" rtl="1" eaLnBrk="1" latinLnBrk="0" hangingPunct="1">
              <a:lnSpc>
                <a:spcPts val="2100"/>
              </a:lnSpc>
              <a:buNone/>
            </a:pPr>
            <a:r>
              <a:rPr lang="he-IL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לוח שנה</a:t>
            </a:r>
            <a:endParaRPr lang="en-US" sz="1500" dirty="0"/>
          </a:p>
        </p:txBody>
      </p:sp>
      <p:sp>
        <p:nvSpPr>
          <p:cNvPr id="30" name="Text 8"/>
          <p:cNvSpPr/>
          <p:nvPr/>
        </p:nvSpPr>
        <p:spPr>
          <a:xfrm>
            <a:off x="8176680" y="2701454"/>
            <a:ext cx="32257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/>
            <a:r>
              <a:rPr lang="he-IL" sz="1200" dirty="0"/>
              <a:t>מציגות זמנים בלבד — ללא ניתוח עומסים, ללא התאמה אישית וללא קישור בין מטלות אקדמיות לסדר היום.</a:t>
            </a:r>
          </a:p>
        </p:txBody>
      </p:sp>
      <p:sp>
        <p:nvSpPr>
          <p:cNvPr id="31" name="Text 9"/>
          <p:cNvSpPr/>
          <p:nvPr/>
        </p:nvSpPr>
        <p:spPr>
          <a:xfrm>
            <a:off x="1169082" y="3933110"/>
            <a:ext cx="193542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>
              <a:lnSpc>
                <a:spcPts val="2100"/>
              </a:lnSpc>
            </a:pPr>
            <a:r>
              <a:rPr lang="he-IL" sz="1500" b="1" dirty="0"/>
              <a:t>תוספים וכלי עזר </a:t>
            </a:r>
            <a:r>
              <a:rPr lang="he-IL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שונים</a:t>
            </a:r>
            <a:endParaRPr lang="en-US" sz="1500" b="1" dirty="0">
              <a:solidFill>
                <a:srgbClr val="1F2937"/>
              </a:solidFill>
              <a:latin typeface="ui-sans-serif" pitchFamily="34" charset="0"/>
              <a:ea typeface="ui-sans-serif" pitchFamily="34" charset="-122"/>
            </a:endParaRPr>
          </a:p>
        </p:txBody>
      </p:sp>
      <p:sp>
        <p:nvSpPr>
          <p:cNvPr id="32" name="Text 10"/>
          <p:cNvSpPr/>
          <p:nvPr/>
        </p:nvSpPr>
        <p:spPr>
          <a:xfrm>
            <a:off x="636877" y="4543425"/>
            <a:ext cx="32257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/>
            <a:r>
              <a:rPr lang="he-IL" sz="1200" dirty="0"/>
              <a:t>נותנים פתרונות נקודתיים בלבד (לוח שנה, תזכורות וכו’) אך לא מספקים מערכת הוליסטית שמבינה את עומס המשתמש.</a:t>
            </a:r>
          </a:p>
        </p:txBody>
      </p:sp>
      <p:sp>
        <p:nvSpPr>
          <p:cNvPr id="35" name="Text 13"/>
          <p:cNvSpPr/>
          <p:nvPr/>
        </p:nvSpPr>
        <p:spPr>
          <a:xfrm>
            <a:off x="8176680" y="3933110"/>
            <a:ext cx="24637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he-IL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כלי אנליזה כללים</a:t>
            </a:r>
            <a:endParaRPr lang="en-US" sz="1500" dirty="0"/>
          </a:p>
        </p:txBody>
      </p:sp>
      <p:sp>
        <p:nvSpPr>
          <p:cNvPr id="36" name="Text 14"/>
          <p:cNvSpPr/>
          <p:nvPr/>
        </p:nvSpPr>
        <p:spPr>
          <a:xfrm>
            <a:off x="8176680" y="4549198"/>
            <a:ext cx="32257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/>
            <a:r>
              <a:rPr lang="he-IL" sz="1200" dirty="0"/>
              <a:t>מספקים נתונים, אך ללא תובנות שימושיות ללמידה או הצעות לניהול עומס בצורה פרקטית.</a:t>
            </a:r>
          </a:p>
        </p:txBody>
      </p:sp>
      <p:pic>
        <p:nvPicPr>
          <p:cNvPr id="39" name="Image 1" descr="preencoded.png">
            <a:extLst>
              <a:ext uri="{FF2B5EF4-FFF2-40B4-BE49-F238E27FC236}">
                <a16:creationId xmlns:a16="http://schemas.microsoft.com/office/drawing/2014/main" id="{6F62D9F2-9713-1344-C2F6-CCB2BA058AB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67851" y="1371600"/>
            <a:ext cx="914400" cy="38100"/>
          </a:xfrm>
          <a:prstGeom prst="rect">
            <a:avLst/>
          </a:prstGeom>
        </p:spPr>
      </p:pic>
      <p:sp>
        <p:nvSpPr>
          <p:cNvPr id="40" name="Text 1">
            <a:extLst>
              <a:ext uri="{FF2B5EF4-FFF2-40B4-BE49-F238E27FC236}">
                <a16:creationId xmlns:a16="http://schemas.microsoft.com/office/drawing/2014/main" id="{890024CB-657D-CC9F-0F2D-B85C965F00DE}"/>
              </a:ext>
            </a:extLst>
          </p:cNvPr>
          <p:cNvSpPr/>
          <p:nvPr/>
        </p:nvSpPr>
        <p:spPr>
          <a:xfrm>
            <a:off x="609600" y="9144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defTabSz="914400" rtl="1" eaLnBrk="1" latinLnBrk="0" hangingPunct="1">
              <a:lnSpc>
                <a:spcPts val="3000"/>
              </a:lnSpc>
              <a:buNone/>
            </a:pPr>
            <a:r>
              <a:rPr lang="he-IL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הפתרונות הקיימים</a:t>
            </a:r>
            <a:endParaRPr lang="en-US" sz="2700" dirty="0"/>
          </a:p>
        </p:txBody>
      </p:sp>
      <p:pic>
        <p:nvPicPr>
          <p:cNvPr id="41" name="Image 17" descr="preencoded.png">
            <a:extLst>
              <a:ext uri="{FF2B5EF4-FFF2-40B4-BE49-F238E27FC236}">
                <a16:creationId xmlns:a16="http://schemas.microsoft.com/office/drawing/2014/main" id="{97131199-E005-067B-1EFD-FB95FC6D62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30601" y="3714750"/>
            <a:ext cx="3530501" cy="165735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2CCF61AC-3B3E-151C-44F1-D053F04FEC89}"/>
              </a:ext>
            </a:extLst>
          </p:cNvPr>
          <p:cNvSpPr txBox="1"/>
          <p:nvPr/>
        </p:nvSpPr>
        <p:spPr>
          <a:xfrm>
            <a:off x="4484478" y="3867150"/>
            <a:ext cx="322274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914400" rtl="1" eaLnBrk="1" latinLnBrk="0" hangingPunct="1"/>
            <a:r>
              <a:rPr lang="he-IL" sz="1400" b="1" dirty="0"/>
              <a:t>למרות קיומם של מגוון כלים ללמידה, משימות ולוחות זמנים - אף פתרון כיום אינו מספק תמונת עומס מלאה, התאמה אישית אמיתית או ניהול מרוכז של כל המטלות האקדמיות</a:t>
            </a:r>
            <a:endParaRPr lang="en-IL" sz="1400" b="1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933EBD8-4FF0-6561-9D28-F59A3CA566BC}"/>
              </a:ext>
            </a:extLst>
          </p:cNvPr>
          <p:cNvGrpSpPr/>
          <p:nvPr/>
        </p:nvGrpSpPr>
        <p:grpSpPr>
          <a:xfrm rot="20390692">
            <a:off x="360495" y="-220184"/>
            <a:ext cx="2578709" cy="2611302"/>
            <a:chOff x="170398" y="-150765"/>
            <a:chExt cx="2436091" cy="2436091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9D877A16-67E7-C9E4-47C4-839FC2E44F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70398" y="-150765"/>
              <a:ext cx="2436091" cy="2436091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57631A5-E563-D2CA-2EB3-ABEC696305CF}"/>
                </a:ext>
              </a:extLst>
            </p:cNvPr>
            <p:cNvSpPr txBox="1"/>
            <p:nvPr/>
          </p:nvSpPr>
          <p:spPr>
            <a:xfrm rot="21527833">
              <a:off x="709632" y="380713"/>
              <a:ext cx="1331604" cy="9905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/>
              <a:r>
                <a:rPr lang="en-IL" sz="1050" b="1" dirty="0">
                  <a:solidFill>
                    <a:schemeClr val="bg2">
                      <a:lumMod val="50000"/>
                    </a:schemeClr>
                  </a:solidFill>
                </a:rPr>
                <a:t>💬 </a:t>
              </a:r>
              <a:r>
                <a:rPr lang="he-IL" sz="1050" b="1" dirty="0">
                  <a:solidFill>
                    <a:schemeClr val="bg2">
                      <a:lumMod val="50000"/>
                    </a:schemeClr>
                  </a:solidFill>
                </a:rPr>
                <a:t>מהסקר:</a:t>
              </a:r>
              <a:br>
                <a:rPr lang="he-IL" sz="1050" dirty="0">
                  <a:solidFill>
                    <a:schemeClr val="bg2">
                      <a:lumMod val="50000"/>
                    </a:schemeClr>
                  </a:solidFill>
                </a:rPr>
              </a:br>
              <a:r>
                <a:rPr lang="he-IL" sz="1050" b="1" dirty="0">
                  <a:solidFill>
                    <a:schemeClr val="bg2">
                      <a:lumMod val="50000"/>
                    </a:schemeClr>
                  </a:solidFill>
                </a:rPr>
                <a:t>69% משתמשים בכמה כלים במקביל (יומן, פתקים, </a:t>
              </a:r>
              <a:r>
                <a:rPr lang="en-US" sz="1050" b="1" dirty="0">
                  <a:solidFill>
                    <a:schemeClr val="bg2">
                      <a:lumMod val="50000"/>
                    </a:schemeClr>
                  </a:solidFill>
                </a:rPr>
                <a:t>Moodle</a:t>
              </a:r>
              <a:r>
                <a:rPr lang="he-IL" sz="1050" b="1" dirty="0">
                  <a:solidFill>
                    <a:schemeClr val="bg2">
                      <a:lumMod val="50000"/>
                    </a:schemeClr>
                  </a:solidFill>
                </a:rPr>
                <a:t>) - מה שיוצר בלבול וחוסר עקביות.</a:t>
              </a:r>
              <a:endParaRPr lang="he-IL" sz="105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159CDBE-2EFA-820C-665A-FA76E40D5E47}"/>
              </a:ext>
            </a:extLst>
          </p:cNvPr>
          <p:cNvGrpSpPr/>
          <p:nvPr/>
        </p:nvGrpSpPr>
        <p:grpSpPr>
          <a:xfrm rot="1505994">
            <a:off x="6824861" y="4637949"/>
            <a:ext cx="2578709" cy="2611302"/>
            <a:chOff x="170398" y="-150765"/>
            <a:chExt cx="2436091" cy="2436091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A89E6F7C-759A-CFF2-B005-6810B307ED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70398" y="-150765"/>
              <a:ext cx="2436091" cy="2436091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7EA7F3A-464A-A58C-A657-D14E4F5CF59A}"/>
                </a:ext>
              </a:extLst>
            </p:cNvPr>
            <p:cNvSpPr txBox="1"/>
            <p:nvPr/>
          </p:nvSpPr>
          <p:spPr>
            <a:xfrm rot="21527833">
              <a:off x="709632" y="531453"/>
              <a:ext cx="1331604" cy="6891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/>
              <a:r>
                <a:rPr lang="en-IL" sz="1050" b="1" dirty="0">
                  <a:solidFill>
                    <a:schemeClr val="bg2">
                      <a:lumMod val="50000"/>
                    </a:schemeClr>
                  </a:solidFill>
                </a:rPr>
                <a:t>💬 </a:t>
              </a:r>
              <a:r>
                <a:rPr lang="he-IL" sz="1050" b="1" dirty="0">
                  <a:solidFill>
                    <a:schemeClr val="bg2">
                      <a:lumMod val="50000"/>
                    </a:schemeClr>
                  </a:solidFill>
                </a:rPr>
                <a:t>מהסקר:</a:t>
              </a:r>
              <a:br>
                <a:rPr lang="he-IL" sz="1050" b="1" dirty="0">
                  <a:solidFill>
                    <a:schemeClr val="bg2">
                      <a:lumMod val="50000"/>
                    </a:schemeClr>
                  </a:solidFill>
                </a:rPr>
              </a:br>
              <a:r>
                <a:rPr lang="he-IL" sz="1050" b="1" dirty="0">
                  <a:solidFill>
                    <a:schemeClr val="bg2">
                      <a:lumMod val="50000"/>
                    </a:schemeClr>
                  </a:solidFill>
                </a:rPr>
                <a:t>47% אומרים שהמידע שהם צריכים מפוזר בין כמה מערכות.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939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F1A1F0D1-3DEA-9601-C359-D7B701DA5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7851" y="920187"/>
            <a:ext cx="914400" cy="38100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C6B9B57B-3EAA-E8AC-FBCA-7F3542268DDF}"/>
              </a:ext>
            </a:extLst>
          </p:cNvPr>
          <p:cNvSpPr/>
          <p:nvPr/>
        </p:nvSpPr>
        <p:spPr>
          <a:xfrm>
            <a:off x="609600" y="462987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defTabSz="914400" rtl="1" eaLnBrk="1" latinLnBrk="0" hangingPunct="1">
              <a:lnSpc>
                <a:spcPts val="3000"/>
              </a:lnSpc>
              <a:buNone/>
            </a:pPr>
            <a:r>
              <a:rPr lang="he-IL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המתחרים הקיימים בשוק</a:t>
            </a:r>
            <a:endParaRPr lang="en-US" sz="27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A155CA-7512-36A1-1469-F21BCDCED4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930" y="923561"/>
            <a:ext cx="9903922" cy="5917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860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52550"/>
            <a:ext cx="3505200" cy="1981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1004" y="154305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829" y="1628775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352550"/>
            <a:ext cx="3505200" cy="1981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4804" y="1543050"/>
            <a:ext cx="476250" cy="4762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0054" y="1628775"/>
            <a:ext cx="28575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1352550"/>
            <a:ext cx="3505200" cy="1981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28604" y="1543050"/>
            <a:ext cx="476250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52429" y="1628775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562350"/>
            <a:ext cx="3505200" cy="1981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61004" y="3752850"/>
            <a:ext cx="476250" cy="4762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84829" y="3838575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562350"/>
            <a:ext cx="3505200" cy="1981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94804" y="3752850"/>
            <a:ext cx="476250" cy="4762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47204" y="3838575"/>
            <a:ext cx="171450" cy="304800"/>
          </a:xfrm>
          <a:prstGeom prst="rect">
            <a:avLst/>
          </a:prstGeom>
        </p:spPr>
      </p:pic>
      <p:sp>
        <p:nvSpPr>
          <p:cNvPr id="21" name="Text 2"/>
          <p:cNvSpPr/>
          <p:nvPr/>
        </p:nvSpPr>
        <p:spPr>
          <a:xfrm>
            <a:off x="800100" y="2152650"/>
            <a:ext cx="3124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defTabSz="914400" rtl="1" eaLnBrk="1" latinLnBrk="0" hangingPunct="1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22" name="Text 3"/>
          <p:cNvSpPr/>
          <p:nvPr/>
        </p:nvSpPr>
        <p:spPr>
          <a:xfrm>
            <a:off x="800100" y="2457450"/>
            <a:ext cx="3013329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/>
            <a:r>
              <a:rPr lang="he-IL" sz="1400" dirty="0"/>
              <a:t>לספק </a:t>
            </a:r>
            <a:r>
              <a:rPr lang="he-IL" sz="1400" b="1" dirty="0"/>
              <a:t>תכנון למידה מותאם אישית </a:t>
            </a:r>
            <a:r>
              <a:rPr lang="he-IL" sz="1400" dirty="0" err="1"/>
              <a:t>שמסתנכרן</a:t>
            </a:r>
            <a:r>
              <a:rPr lang="he-IL" sz="1400" dirty="0"/>
              <a:t> עם ההרגלים והקצב של המשתמש.</a:t>
            </a:r>
          </a:p>
        </p:txBody>
      </p:sp>
      <p:sp>
        <p:nvSpPr>
          <p:cNvPr id="23" name="Text 4"/>
          <p:cNvSpPr/>
          <p:nvPr/>
        </p:nvSpPr>
        <p:spPr>
          <a:xfrm>
            <a:off x="4533900" y="2152650"/>
            <a:ext cx="304190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he-IL" sz="1500" b="1" dirty="0">
                <a:solidFill>
                  <a:schemeClr val="bg2">
                    <a:lumMod val="75000"/>
                  </a:schemeClr>
                </a:solidFill>
                <a:latin typeface="ui-sans-serif" pitchFamily="34" charset="0"/>
                <a:ea typeface="ui-sans-serif" pitchFamily="34" charset="-122"/>
              </a:rPr>
              <a:t>מטרה 2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4" name="Text 5"/>
          <p:cNvSpPr/>
          <p:nvPr/>
        </p:nvSpPr>
        <p:spPr>
          <a:xfrm>
            <a:off x="4533900" y="2457450"/>
            <a:ext cx="3041904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/>
            <a:r>
              <a:rPr lang="he-IL" sz="1400" dirty="0"/>
              <a:t>ליצור </a:t>
            </a:r>
            <a:r>
              <a:rPr lang="he-IL" sz="1400" b="1" dirty="0"/>
              <a:t>סביבת למידה מאורגנת </a:t>
            </a:r>
            <a:r>
              <a:rPr lang="he-IL" sz="1400" dirty="0"/>
              <a:t>שמסייעת לסטודנטים להבין מה חשוב עכשיו ומה מגיע בהמשך.</a:t>
            </a:r>
          </a:p>
        </p:txBody>
      </p:sp>
      <p:sp>
        <p:nvSpPr>
          <p:cNvPr id="25" name="Text 6"/>
          <p:cNvSpPr/>
          <p:nvPr/>
        </p:nvSpPr>
        <p:spPr>
          <a:xfrm>
            <a:off x="8267700" y="2152650"/>
            <a:ext cx="301332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he-IL" sz="1500" b="1" dirty="0">
                <a:solidFill>
                  <a:schemeClr val="bg2">
                    <a:lumMod val="75000"/>
                  </a:schemeClr>
                </a:solidFill>
                <a:latin typeface="ui-sans-serif" pitchFamily="34" charset="0"/>
                <a:ea typeface="ui-sans-serif" pitchFamily="34" charset="-122"/>
              </a:rPr>
              <a:t>מטרה 1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6" name="Text 7"/>
          <p:cNvSpPr/>
          <p:nvPr/>
        </p:nvSpPr>
        <p:spPr>
          <a:xfrm>
            <a:off x="8267700" y="2457450"/>
            <a:ext cx="301332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/>
            <a:r>
              <a:rPr lang="he-IL" sz="1400" dirty="0"/>
              <a:t>לשפר את </a:t>
            </a:r>
            <a:r>
              <a:rPr lang="he-IL" sz="1400" b="1" dirty="0"/>
              <a:t>חוויית הלמידה </a:t>
            </a:r>
            <a:r>
              <a:rPr lang="he-IL" sz="1400" dirty="0"/>
              <a:t>באמצעות טכנולוגיה חכמה שמספקת תמונת עומס ברורה ומדויקת.</a:t>
            </a:r>
          </a:p>
        </p:txBody>
      </p:sp>
      <p:sp>
        <p:nvSpPr>
          <p:cNvPr id="27" name="Text 8"/>
          <p:cNvSpPr/>
          <p:nvPr/>
        </p:nvSpPr>
        <p:spPr>
          <a:xfrm>
            <a:off x="800100" y="4362450"/>
            <a:ext cx="301332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he-IL" sz="1500" b="1" dirty="0">
                <a:solidFill>
                  <a:schemeClr val="bg2">
                    <a:lumMod val="75000"/>
                  </a:schemeClr>
                </a:solidFill>
                <a:latin typeface="ui-sans-serif" pitchFamily="34" charset="0"/>
                <a:ea typeface="ui-sans-serif" pitchFamily="34" charset="-122"/>
              </a:rPr>
              <a:t>מטרה 5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8" name="Text 9"/>
          <p:cNvSpPr/>
          <p:nvPr/>
        </p:nvSpPr>
        <p:spPr>
          <a:xfrm>
            <a:off x="800100" y="4667250"/>
            <a:ext cx="3013329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/>
            <a:r>
              <a:rPr lang="he-IL" sz="1400" dirty="0"/>
              <a:t>לאפשר </a:t>
            </a:r>
            <a:r>
              <a:rPr lang="he-IL" sz="1400" b="1" dirty="0"/>
              <a:t>ניתוח התקדמות </a:t>
            </a:r>
            <a:r>
              <a:rPr lang="he-IL" sz="1400" dirty="0"/>
              <a:t>וכלי מעקב ויזואליים שמסייעים לשפר ביצועים ועמידה ביעדים.</a:t>
            </a:r>
          </a:p>
        </p:txBody>
      </p:sp>
      <p:sp>
        <p:nvSpPr>
          <p:cNvPr id="29" name="Text 10"/>
          <p:cNvSpPr/>
          <p:nvPr/>
        </p:nvSpPr>
        <p:spPr>
          <a:xfrm>
            <a:off x="4533900" y="4362450"/>
            <a:ext cx="298475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he-IL" sz="1500" b="1" dirty="0">
                <a:solidFill>
                  <a:schemeClr val="bg2">
                    <a:lumMod val="75000"/>
                  </a:schemeClr>
                </a:solidFill>
                <a:latin typeface="ui-sans-serif" pitchFamily="34" charset="0"/>
                <a:ea typeface="ui-sans-serif" pitchFamily="34" charset="-122"/>
              </a:rPr>
              <a:t>מטרה 4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0" name="Text 11"/>
          <p:cNvSpPr/>
          <p:nvPr/>
        </p:nvSpPr>
        <p:spPr>
          <a:xfrm>
            <a:off x="4533900" y="4667250"/>
            <a:ext cx="2984754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/>
            <a:r>
              <a:rPr lang="he-IL" sz="1400" dirty="0"/>
              <a:t>לעצב </a:t>
            </a:r>
            <a:r>
              <a:rPr lang="he-IL" sz="1400" b="1" dirty="0"/>
              <a:t>ממשק פשוט, אינטואיטיבי </a:t>
            </a:r>
            <a:r>
              <a:rPr lang="he-IL" sz="1400" dirty="0"/>
              <a:t>ונעים שמקל על ניהול משימות, זמנים ועומסים.</a:t>
            </a:r>
          </a:p>
        </p:txBody>
      </p:sp>
      <p:sp>
        <p:nvSpPr>
          <p:cNvPr id="32" name="Text 1">
            <a:extLst>
              <a:ext uri="{FF2B5EF4-FFF2-40B4-BE49-F238E27FC236}">
                <a16:creationId xmlns:a16="http://schemas.microsoft.com/office/drawing/2014/main" id="{96B459CB-E96B-E4CF-9FC8-7A1ECF1EA467}"/>
              </a:ext>
            </a:extLst>
          </p:cNvPr>
          <p:cNvSpPr/>
          <p:nvPr/>
        </p:nvSpPr>
        <p:spPr>
          <a:xfrm>
            <a:off x="609600" y="694944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he-IL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מטרות המערכת</a:t>
            </a:r>
            <a:endParaRPr lang="en-US" sz="2700" dirty="0"/>
          </a:p>
        </p:txBody>
      </p:sp>
      <p:pic>
        <p:nvPicPr>
          <p:cNvPr id="33" name="Image 1" descr="preencoded.png">
            <a:extLst>
              <a:ext uri="{FF2B5EF4-FFF2-40B4-BE49-F238E27FC236}">
                <a16:creationId xmlns:a16="http://schemas.microsoft.com/office/drawing/2014/main" id="{89985502-96CF-602B-9B88-67484CA7B33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67851" y="1152144"/>
            <a:ext cx="914400" cy="38100"/>
          </a:xfrm>
          <a:prstGeom prst="rect">
            <a:avLst/>
          </a:prstGeom>
        </p:spPr>
      </p:pic>
      <p:sp>
        <p:nvSpPr>
          <p:cNvPr id="34" name="Text 4">
            <a:extLst>
              <a:ext uri="{FF2B5EF4-FFF2-40B4-BE49-F238E27FC236}">
                <a16:creationId xmlns:a16="http://schemas.microsoft.com/office/drawing/2014/main" id="{79CE8BDA-742D-3B53-1E37-A46E82F67A72}"/>
              </a:ext>
            </a:extLst>
          </p:cNvPr>
          <p:cNvSpPr/>
          <p:nvPr/>
        </p:nvSpPr>
        <p:spPr>
          <a:xfrm>
            <a:off x="771525" y="2147888"/>
            <a:ext cx="304190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he-IL" sz="1500" b="1" dirty="0">
                <a:solidFill>
                  <a:schemeClr val="bg2">
                    <a:lumMod val="75000"/>
                  </a:schemeClr>
                </a:solidFill>
                <a:latin typeface="ui-sans-serif" pitchFamily="34" charset="0"/>
                <a:ea typeface="ui-sans-serif" pitchFamily="34" charset="-122"/>
              </a:rPr>
              <a:t>מטרה 3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826C592-20FB-2F9D-94F9-3EC52C46BAD1}"/>
              </a:ext>
            </a:extLst>
          </p:cNvPr>
          <p:cNvGrpSpPr/>
          <p:nvPr/>
        </p:nvGrpSpPr>
        <p:grpSpPr>
          <a:xfrm rot="1322595">
            <a:off x="8510549" y="3521907"/>
            <a:ext cx="3252726" cy="3127226"/>
            <a:chOff x="170398" y="-150765"/>
            <a:chExt cx="2436091" cy="2436091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FC754A47-B261-A649-D809-6EAE4A341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70398" y="-150765"/>
              <a:ext cx="2436091" cy="2436091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8C5AA4D-A8DE-800C-E05B-49DE388F9E35}"/>
                </a:ext>
              </a:extLst>
            </p:cNvPr>
            <p:cNvSpPr txBox="1"/>
            <p:nvPr/>
          </p:nvSpPr>
          <p:spPr>
            <a:xfrm rot="21527833">
              <a:off x="709632" y="552333"/>
              <a:ext cx="1331604" cy="6473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/>
              <a:r>
                <a:rPr lang="en-IL" sz="1200" b="1" dirty="0">
                  <a:solidFill>
                    <a:schemeClr val="bg2">
                      <a:lumMod val="50000"/>
                    </a:schemeClr>
                  </a:solidFill>
                </a:rPr>
                <a:t>💬 </a:t>
              </a:r>
              <a:r>
                <a:rPr lang="he-IL" sz="1200" b="1" dirty="0">
                  <a:solidFill>
                    <a:schemeClr val="bg2">
                      <a:lumMod val="50000"/>
                    </a:schemeClr>
                  </a:solidFill>
                </a:rPr>
                <a:t>מהסקר:</a:t>
              </a:r>
              <a:br>
                <a:rPr lang="he-IL" sz="1200" dirty="0">
                  <a:solidFill>
                    <a:schemeClr val="bg2">
                      <a:lumMod val="50000"/>
                    </a:schemeClr>
                  </a:solidFill>
                </a:rPr>
              </a:br>
              <a:r>
                <a:rPr lang="he-IL" sz="1200" b="1" dirty="0">
                  <a:solidFill>
                    <a:schemeClr val="bg2">
                      <a:lumMod val="50000"/>
                    </a:schemeClr>
                  </a:solidFill>
                </a:rPr>
                <a:t>60% מהסטודנטים רוצים לראות עומס שבועי/חודשי בצורה ויזואלית.</a:t>
              </a:r>
              <a:endParaRPr lang="he-IL" sz="12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85238"/>
            <a:ext cx="5334000" cy="426777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4388" y="2251938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2747238"/>
            <a:ext cx="4876800" cy="952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4936" y="2747238"/>
            <a:ext cx="457200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08286" y="2842488"/>
            <a:ext cx="19050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3890238"/>
            <a:ext cx="4876800" cy="952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74936" y="3890238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08286" y="3985488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74936" y="5033238"/>
            <a:ext cx="4572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08286" y="5128488"/>
            <a:ext cx="190500" cy="266700"/>
          </a:xfrm>
          <a:prstGeom prst="rect">
            <a:avLst/>
          </a:prstGeom>
        </p:spPr>
      </p:pic>
      <p:sp>
        <p:nvSpPr>
          <p:cNvPr id="26" name="Text 2"/>
          <p:cNvSpPr/>
          <p:nvPr/>
        </p:nvSpPr>
        <p:spPr>
          <a:xfrm>
            <a:off x="6667500" y="2213838"/>
            <a:ext cx="413605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he-IL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</a:rPr>
              <a:t>בעיה</a:t>
            </a:r>
            <a:endParaRPr lang="en-US" sz="1800" dirty="0"/>
          </a:p>
        </p:txBody>
      </p:sp>
      <p:sp>
        <p:nvSpPr>
          <p:cNvPr id="27" name="Text 3"/>
          <p:cNvSpPr/>
          <p:nvPr/>
        </p:nvSpPr>
        <p:spPr>
          <a:xfrm>
            <a:off x="6934200" y="2747238"/>
            <a:ext cx="355949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>
              <a:lnSpc>
                <a:spcPts val="2100"/>
              </a:lnSpc>
            </a:pPr>
            <a:r>
              <a:rPr lang="he-IL" sz="1600" b="1" dirty="0"/>
              <a:t>חוסר ביכולת לראות תמונת עומס מלאה</a:t>
            </a:r>
            <a:endParaRPr lang="en-US" sz="1400" b="1" dirty="0"/>
          </a:p>
        </p:txBody>
      </p:sp>
      <p:sp>
        <p:nvSpPr>
          <p:cNvPr id="28" name="Text 4"/>
          <p:cNvSpPr/>
          <p:nvPr/>
        </p:nvSpPr>
        <p:spPr>
          <a:xfrm>
            <a:off x="6934200" y="3052038"/>
            <a:ext cx="355949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/>
            <a:r>
              <a:rPr lang="he-IL" sz="1400" dirty="0"/>
              <a:t>הסטודנט לא יודע כמה עמוס יהיה השבוע , אין הצגה ברורה של עומס מצטבר או עומס קריטי.</a:t>
            </a:r>
          </a:p>
        </p:txBody>
      </p:sp>
      <p:sp>
        <p:nvSpPr>
          <p:cNvPr id="29" name="Text 5"/>
          <p:cNvSpPr/>
          <p:nvPr/>
        </p:nvSpPr>
        <p:spPr>
          <a:xfrm>
            <a:off x="6934200" y="3890238"/>
            <a:ext cx="355949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>
              <a:lnSpc>
                <a:spcPts val="2100"/>
              </a:lnSpc>
            </a:pPr>
            <a:r>
              <a:rPr lang="he-IL" sz="1600" b="1" dirty="0"/>
              <a:t>ניהול זמן לקוי</a:t>
            </a:r>
            <a:endParaRPr lang="en-US" sz="1400" b="1" dirty="0"/>
          </a:p>
        </p:txBody>
      </p:sp>
      <p:sp>
        <p:nvSpPr>
          <p:cNvPr id="30" name="Text 6"/>
          <p:cNvSpPr/>
          <p:nvPr/>
        </p:nvSpPr>
        <p:spPr>
          <a:xfrm>
            <a:off x="6694170" y="4195038"/>
            <a:ext cx="379952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/>
            <a:r>
              <a:rPr lang="he-IL" sz="1400" dirty="0"/>
              <a:t>קושי לתכנן את השבוע בצורה יעילה, לפזר עומסים ולשמור על רצף למידה — מה שמוביל להצטברות עומס, לחץ ודחיינות.</a:t>
            </a:r>
          </a:p>
        </p:txBody>
      </p:sp>
      <p:sp>
        <p:nvSpPr>
          <p:cNvPr id="31" name="Text 7"/>
          <p:cNvSpPr/>
          <p:nvPr/>
        </p:nvSpPr>
        <p:spPr>
          <a:xfrm>
            <a:off x="6934200" y="5033238"/>
            <a:ext cx="355949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>
              <a:lnSpc>
                <a:spcPts val="2100"/>
              </a:lnSpc>
            </a:pPr>
            <a:r>
              <a:rPr lang="he-IL" sz="1600" b="1" dirty="0"/>
              <a:t>עומס נפשי בתקופות מבחנים והגשות</a:t>
            </a:r>
            <a:endParaRPr lang="en-US" sz="1400" b="1" dirty="0"/>
          </a:p>
        </p:txBody>
      </p:sp>
      <p:sp>
        <p:nvSpPr>
          <p:cNvPr id="32" name="Text 8"/>
          <p:cNvSpPr/>
          <p:nvPr/>
        </p:nvSpPr>
        <p:spPr>
          <a:xfrm>
            <a:off x="6934200" y="5338038"/>
            <a:ext cx="355949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/>
            <a:r>
              <a:rPr lang="he-IL" sz="1400" dirty="0"/>
              <a:t>תקופות עמוסות גורמות ללחץ, הצפה ודחיינות בגלל חוסר בתכנון ברור ובהירות.</a:t>
            </a:r>
          </a:p>
        </p:txBody>
      </p:sp>
      <p:sp>
        <p:nvSpPr>
          <p:cNvPr id="41" name="Text 1">
            <a:extLst>
              <a:ext uri="{FF2B5EF4-FFF2-40B4-BE49-F238E27FC236}">
                <a16:creationId xmlns:a16="http://schemas.microsoft.com/office/drawing/2014/main" id="{076B1C37-37BA-9D2A-3457-5524B026B32C}"/>
              </a:ext>
            </a:extLst>
          </p:cNvPr>
          <p:cNvSpPr/>
          <p:nvPr/>
        </p:nvSpPr>
        <p:spPr>
          <a:xfrm>
            <a:off x="300188" y="757774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he-IL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בעיה ופתרון - עומס</a:t>
            </a:r>
          </a:p>
        </p:txBody>
      </p:sp>
      <p:pic>
        <p:nvPicPr>
          <p:cNvPr id="43" name="Image 12" descr="preencoded.png">
            <a:extLst>
              <a:ext uri="{FF2B5EF4-FFF2-40B4-BE49-F238E27FC236}">
                <a16:creationId xmlns:a16="http://schemas.microsoft.com/office/drawing/2014/main" id="{DA9AEAFA-88CA-FEA9-D374-9FE55A167F6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5330" y="1985238"/>
            <a:ext cx="5334000" cy="4267778"/>
          </a:xfrm>
          <a:prstGeom prst="rect">
            <a:avLst/>
          </a:prstGeom>
        </p:spPr>
      </p:pic>
      <p:pic>
        <p:nvPicPr>
          <p:cNvPr id="44" name="Image 13" descr="preencoded.png">
            <a:extLst>
              <a:ext uri="{FF2B5EF4-FFF2-40B4-BE49-F238E27FC236}">
                <a16:creationId xmlns:a16="http://schemas.microsoft.com/office/drawing/2014/main" id="{C74BBC92-1A13-D215-F2C3-E7EE29595C0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83718" y="2251938"/>
            <a:ext cx="171450" cy="228600"/>
          </a:xfrm>
          <a:prstGeom prst="rect">
            <a:avLst/>
          </a:prstGeom>
        </p:spPr>
      </p:pic>
      <p:pic>
        <p:nvPicPr>
          <p:cNvPr id="45" name="Image 14" descr="preencoded.png">
            <a:extLst>
              <a:ext uri="{FF2B5EF4-FFF2-40B4-BE49-F238E27FC236}">
                <a16:creationId xmlns:a16="http://schemas.microsoft.com/office/drawing/2014/main" id="{DBD6F0EB-1F5F-7F65-208C-2374D16537E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3930" y="2747238"/>
            <a:ext cx="4876800" cy="952500"/>
          </a:xfrm>
          <a:prstGeom prst="rect">
            <a:avLst/>
          </a:prstGeom>
        </p:spPr>
      </p:pic>
      <p:pic>
        <p:nvPicPr>
          <p:cNvPr id="46" name="Image 15" descr="preencoded.png">
            <a:extLst>
              <a:ext uri="{FF2B5EF4-FFF2-40B4-BE49-F238E27FC236}">
                <a16:creationId xmlns:a16="http://schemas.microsoft.com/office/drawing/2014/main" id="{C0D9D59D-9B02-B9F0-F64E-9842D1B52E0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88292" y="2747238"/>
            <a:ext cx="457200" cy="457200"/>
          </a:xfrm>
          <a:prstGeom prst="rect">
            <a:avLst/>
          </a:prstGeom>
        </p:spPr>
      </p:pic>
      <p:pic>
        <p:nvPicPr>
          <p:cNvPr id="47" name="Image 16" descr="preencoded.png">
            <a:extLst>
              <a:ext uri="{FF2B5EF4-FFF2-40B4-BE49-F238E27FC236}">
                <a16:creationId xmlns:a16="http://schemas.microsoft.com/office/drawing/2014/main" id="{586EC622-CB09-8E06-7548-3FF5B85AC40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21642" y="2842488"/>
            <a:ext cx="190500" cy="266700"/>
          </a:xfrm>
          <a:prstGeom prst="rect">
            <a:avLst/>
          </a:prstGeom>
        </p:spPr>
      </p:pic>
      <p:pic>
        <p:nvPicPr>
          <p:cNvPr id="48" name="Image 17" descr="preencoded.png">
            <a:extLst>
              <a:ext uri="{FF2B5EF4-FFF2-40B4-BE49-F238E27FC236}">
                <a16:creationId xmlns:a16="http://schemas.microsoft.com/office/drawing/2014/main" id="{52CDC51E-770E-0E4D-D562-C1042E181D2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3930" y="3890238"/>
            <a:ext cx="4876800" cy="952500"/>
          </a:xfrm>
          <a:prstGeom prst="rect">
            <a:avLst/>
          </a:prstGeom>
        </p:spPr>
      </p:pic>
      <p:pic>
        <p:nvPicPr>
          <p:cNvPr id="49" name="Image 18" descr="preencoded.png">
            <a:extLst>
              <a:ext uri="{FF2B5EF4-FFF2-40B4-BE49-F238E27FC236}">
                <a16:creationId xmlns:a16="http://schemas.microsoft.com/office/drawing/2014/main" id="{79A94DDF-786B-44C1-ACB9-D0A543A2A09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88292" y="3890238"/>
            <a:ext cx="457200" cy="457200"/>
          </a:xfrm>
          <a:prstGeom prst="rect">
            <a:avLst/>
          </a:prstGeom>
        </p:spPr>
      </p:pic>
      <p:pic>
        <p:nvPicPr>
          <p:cNvPr id="50" name="Image 19" descr="preencoded.png">
            <a:extLst>
              <a:ext uri="{FF2B5EF4-FFF2-40B4-BE49-F238E27FC236}">
                <a16:creationId xmlns:a16="http://schemas.microsoft.com/office/drawing/2014/main" id="{4DC2D24D-BB45-E94F-EF8C-EAF33629811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31167" y="3985488"/>
            <a:ext cx="171450" cy="266700"/>
          </a:xfrm>
          <a:prstGeom prst="rect">
            <a:avLst/>
          </a:prstGeom>
        </p:spPr>
      </p:pic>
      <p:pic>
        <p:nvPicPr>
          <p:cNvPr id="51" name="Image 20" descr="preencoded.png">
            <a:extLst>
              <a:ext uri="{FF2B5EF4-FFF2-40B4-BE49-F238E27FC236}">
                <a16:creationId xmlns:a16="http://schemas.microsoft.com/office/drawing/2014/main" id="{2084A8C4-36B8-8E3A-C1D7-D84E0959496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88292" y="5033238"/>
            <a:ext cx="457200" cy="457200"/>
          </a:xfrm>
          <a:prstGeom prst="rect">
            <a:avLst/>
          </a:prstGeom>
        </p:spPr>
      </p:pic>
      <p:pic>
        <p:nvPicPr>
          <p:cNvPr id="52" name="Image 21" descr="preencoded.png">
            <a:extLst>
              <a:ext uri="{FF2B5EF4-FFF2-40B4-BE49-F238E27FC236}">
                <a16:creationId xmlns:a16="http://schemas.microsoft.com/office/drawing/2014/main" id="{E963A517-152D-3A9B-B504-03AF4D0138E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507355" y="5128488"/>
            <a:ext cx="219075" cy="266700"/>
          </a:xfrm>
          <a:prstGeom prst="rect">
            <a:avLst/>
          </a:prstGeom>
        </p:spPr>
      </p:pic>
      <p:sp>
        <p:nvSpPr>
          <p:cNvPr id="53" name="Text 9">
            <a:extLst>
              <a:ext uri="{FF2B5EF4-FFF2-40B4-BE49-F238E27FC236}">
                <a16:creationId xmlns:a16="http://schemas.microsoft.com/office/drawing/2014/main" id="{3CFB7561-FA5B-6C08-8A6D-9DC2174F7D40}"/>
              </a:ext>
            </a:extLst>
          </p:cNvPr>
          <p:cNvSpPr/>
          <p:nvPr/>
        </p:nvSpPr>
        <p:spPr>
          <a:xfrm>
            <a:off x="1249680" y="2213838"/>
            <a:ext cx="419320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he-IL" b="1" dirty="0">
                <a:solidFill>
                  <a:srgbClr val="14B8A6"/>
                </a:solidFill>
                <a:latin typeface="ui-sans-serif" pitchFamily="34" charset="0"/>
                <a:ea typeface="ui-sans-serif" pitchFamily="34" charset="-122"/>
              </a:rPr>
              <a:t>פתרון</a:t>
            </a:r>
            <a:endParaRPr lang="en-US" sz="1800" dirty="0"/>
          </a:p>
        </p:txBody>
      </p:sp>
      <p:sp>
        <p:nvSpPr>
          <p:cNvPr id="54" name="Text 10">
            <a:extLst>
              <a:ext uri="{FF2B5EF4-FFF2-40B4-BE49-F238E27FC236}">
                <a16:creationId xmlns:a16="http://schemas.microsoft.com/office/drawing/2014/main" id="{B61AD25B-E9DD-F4D7-0296-442DA7311FF7}"/>
              </a:ext>
            </a:extLst>
          </p:cNvPr>
          <p:cNvSpPr/>
          <p:nvPr/>
        </p:nvSpPr>
        <p:spPr>
          <a:xfrm>
            <a:off x="1573530" y="2747238"/>
            <a:ext cx="363351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>
              <a:lnSpc>
                <a:spcPts val="2100"/>
              </a:lnSpc>
            </a:pPr>
            <a:r>
              <a:rPr lang="he-IL" sz="1600" b="1" dirty="0"/>
              <a:t>איזון עומסים אוטומטי</a:t>
            </a:r>
            <a:endParaRPr lang="en-US" sz="1400" b="1" dirty="0"/>
          </a:p>
        </p:txBody>
      </p:sp>
      <p:sp>
        <p:nvSpPr>
          <p:cNvPr id="55" name="Text 11">
            <a:extLst>
              <a:ext uri="{FF2B5EF4-FFF2-40B4-BE49-F238E27FC236}">
                <a16:creationId xmlns:a16="http://schemas.microsoft.com/office/drawing/2014/main" id="{CBD9CD64-259B-78D7-A0D9-398B267693B9}"/>
              </a:ext>
            </a:extLst>
          </p:cNvPr>
          <p:cNvSpPr/>
          <p:nvPr/>
        </p:nvSpPr>
        <p:spPr>
          <a:xfrm>
            <a:off x="1573530" y="3052038"/>
            <a:ext cx="363351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/>
            <a:r>
              <a:rPr lang="he-IL" sz="1400" dirty="0"/>
              <a:t>איחוד כל המשימות מכל המקורות ופיזור חכם של העומסים לאורך השבוע לבניית לוח לימודים מאוזן.</a:t>
            </a:r>
          </a:p>
        </p:txBody>
      </p:sp>
      <p:sp>
        <p:nvSpPr>
          <p:cNvPr id="56" name="Text 12">
            <a:extLst>
              <a:ext uri="{FF2B5EF4-FFF2-40B4-BE49-F238E27FC236}">
                <a16:creationId xmlns:a16="http://schemas.microsoft.com/office/drawing/2014/main" id="{E0E8C447-54E2-AB98-1925-CC7C82ADD70A}"/>
              </a:ext>
            </a:extLst>
          </p:cNvPr>
          <p:cNvSpPr/>
          <p:nvPr/>
        </p:nvSpPr>
        <p:spPr>
          <a:xfrm>
            <a:off x="1573530" y="3890238"/>
            <a:ext cx="363351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>
              <a:lnSpc>
                <a:spcPts val="2100"/>
              </a:lnSpc>
            </a:pPr>
            <a:r>
              <a:rPr lang="he-IL" sz="1600" b="1" dirty="0"/>
              <a:t>ניתוח עומסים חכם בזמן אמת</a:t>
            </a:r>
            <a:endParaRPr lang="en-US" sz="1400" b="1" dirty="0"/>
          </a:p>
        </p:txBody>
      </p:sp>
      <p:sp>
        <p:nvSpPr>
          <p:cNvPr id="57" name="Text 13">
            <a:extLst>
              <a:ext uri="{FF2B5EF4-FFF2-40B4-BE49-F238E27FC236}">
                <a16:creationId xmlns:a16="http://schemas.microsoft.com/office/drawing/2014/main" id="{35313403-1BDA-B9C9-5F82-D2EC83E4528A}"/>
              </a:ext>
            </a:extLst>
          </p:cNvPr>
          <p:cNvSpPr/>
          <p:nvPr/>
        </p:nvSpPr>
        <p:spPr>
          <a:xfrm>
            <a:off x="1573530" y="4195038"/>
            <a:ext cx="363351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/>
            <a:r>
              <a:rPr lang="he-IL" sz="1400" dirty="0"/>
              <a:t>המערכת מנתחת את חלוקת העומס, מציגה עומס שבועי ומתריעה מראש על שבועות עמוסים.</a:t>
            </a:r>
          </a:p>
        </p:txBody>
      </p:sp>
      <p:sp>
        <p:nvSpPr>
          <p:cNvPr id="58" name="Text 14">
            <a:extLst>
              <a:ext uri="{FF2B5EF4-FFF2-40B4-BE49-F238E27FC236}">
                <a16:creationId xmlns:a16="http://schemas.microsoft.com/office/drawing/2014/main" id="{80D6979A-065C-5B77-72A7-C153F5C78546}"/>
              </a:ext>
            </a:extLst>
          </p:cNvPr>
          <p:cNvSpPr/>
          <p:nvPr/>
        </p:nvSpPr>
        <p:spPr>
          <a:xfrm>
            <a:off x="1573530" y="5033238"/>
            <a:ext cx="363351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>
              <a:lnSpc>
                <a:spcPts val="2100"/>
              </a:lnSpc>
            </a:pPr>
            <a:r>
              <a:rPr lang="he-IL" sz="1600" b="1" dirty="0"/>
              <a:t>תכנון מבוסס תובנות</a:t>
            </a:r>
            <a:endParaRPr lang="en-US" sz="1400" b="1" dirty="0"/>
          </a:p>
        </p:txBody>
      </p:sp>
      <p:sp>
        <p:nvSpPr>
          <p:cNvPr id="59" name="Text 15">
            <a:extLst>
              <a:ext uri="{FF2B5EF4-FFF2-40B4-BE49-F238E27FC236}">
                <a16:creationId xmlns:a16="http://schemas.microsoft.com/office/drawing/2014/main" id="{CC46FD15-6B26-B0B2-DFD8-2EFCF614B7F1}"/>
              </a:ext>
            </a:extLst>
          </p:cNvPr>
          <p:cNvSpPr/>
          <p:nvPr/>
        </p:nvSpPr>
        <p:spPr>
          <a:xfrm>
            <a:off x="1573530" y="5338038"/>
            <a:ext cx="363351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/>
            <a:r>
              <a:rPr lang="he-IL" sz="1400" dirty="0"/>
              <a:t>המערכת מפיקה תובנות (</a:t>
            </a:r>
            <a:r>
              <a:rPr lang="en-US" sz="1400" dirty="0"/>
              <a:t>Insights</a:t>
            </a:r>
            <a:r>
              <a:rPr lang="he-IL" sz="1400" dirty="0"/>
              <a:t>) על דפוסי עומס, זמנים חזקים/חלשים והרגלי למידה — ומציעה תכנון שמתאים אישית למשתמש.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92B48A4-7B49-FC35-5C04-D64B050F63F7}"/>
              </a:ext>
            </a:extLst>
          </p:cNvPr>
          <p:cNvGrpSpPr/>
          <p:nvPr/>
        </p:nvGrpSpPr>
        <p:grpSpPr>
          <a:xfrm rot="20283252">
            <a:off x="-34886" y="-277928"/>
            <a:ext cx="3060169" cy="2936345"/>
            <a:chOff x="170398" y="-150765"/>
            <a:chExt cx="2436091" cy="2436091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184745B3-F25A-AE57-AF3B-51EF86C83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70398" y="-150765"/>
              <a:ext cx="2436091" cy="2436091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7F7C95E-2B9E-A53D-EF1D-30ABB29B857B}"/>
                </a:ext>
              </a:extLst>
            </p:cNvPr>
            <p:cNvSpPr txBox="1"/>
            <p:nvPr/>
          </p:nvSpPr>
          <p:spPr>
            <a:xfrm>
              <a:off x="709632" y="542860"/>
              <a:ext cx="1331604" cy="6662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914400" rtl="1" eaLnBrk="1" latinLnBrk="0" hangingPunct="1"/>
              <a:r>
                <a:rPr lang="en-IL" sz="1200" b="1" dirty="0">
                  <a:solidFill>
                    <a:schemeClr val="bg2">
                      <a:lumMod val="50000"/>
                    </a:schemeClr>
                  </a:solidFill>
                </a:rPr>
                <a:t>💬 </a:t>
              </a:r>
              <a:r>
                <a:rPr lang="he-IL" sz="1200" b="1" dirty="0">
                  <a:solidFill>
                    <a:schemeClr val="bg2">
                      <a:lumMod val="50000"/>
                    </a:schemeClr>
                  </a:solidFill>
                </a:rPr>
                <a:t>מהסקר:</a:t>
              </a:r>
              <a:br>
                <a:rPr lang="he-IL" sz="1200" dirty="0">
                  <a:solidFill>
                    <a:schemeClr val="bg2">
                      <a:lumMod val="50000"/>
                    </a:schemeClr>
                  </a:solidFill>
                </a:rPr>
              </a:br>
              <a:r>
                <a:rPr lang="he-IL" sz="1200" b="1" dirty="0">
                  <a:solidFill>
                    <a:schemeClr val="bg2">
                      <a:lumMod val="50000"/>
                    </a:schemeClr>
                  </a:solidFill>
                </a:rPr>
                <a:t>67% מרגישים עומס כבד במיוחד בתקופות מבחנים והגשות.</a:t>
              </a:r>
              <a:endParaRPr lang="en-IL" sz="12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73C374A1-5267-C9A7-FBFA-9B57FB37468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566097" y="1219200"/>
            <a:ext cx="18288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1F6E4-DC74-BAD3-D668-0AB10BF5D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C76AA2F2-93C7-B9D4-3580-7773AD815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85238"/>
            <a:ext cx="5334000" cy="4267778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2C7FFB9C-EE02-70AF-1B7B-005FE5858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4388" y="2251938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5072100C-57AC-54BA-9211-9BFA53D09A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2747238"/>
            <a:ext cx="4876800" cy="952500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A006C45E-CFCC-7C1C-0C20-DC6E90C6A5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4936" y="2747238"/>
            <a:ext cx="457200" cy="457200"/>
          </a:xfrm>
          <a:prstGeom prst="rect">
            <a:avLst/>
          </a:prstGeom>
        </p:spPr>
      </p:pic>
      <p:pic>
        <p:nvPicPr>
          <p:cNvPr id="9" name="Image 7" descr="preencoded.png">
            <a:extLst>
              <a:ext uri="{FF2B5EF4-FFF2-40B4-BE49-F238E27FC236}">
                <a16:creationId xmlns:a16="http://schemas.microsoft.com/office/drawing/2014/main" id="{C9212986-BFB8-E5DA-EC24-89838A2607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3890238"/>
            <a:ext cx="4876800" cy="952500"/>
          </a:xfrm>
          <a:prstGeom prst="rect">
            <a:avLst/>
          </a:prstGeom>
        </p:spPr>
      </p:pic>
      <p:pic>
        <p:nvPicPr>
          <p:cNvPr id="10" name="Image 8" descr="preencoded.png">
            <a:extLst>
              <a:ext uri="{FF2B5EF4-FFF2-40B4-BE49-F238E27FC236}">
                <a16:creationId xmlns:a16="http://schemas.microsoft.com/office/drawing/2014/main" id="{11EBC475-8458-BD17-5DCB-379A61D4D9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74936" y="3890238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>
            <a:extLst>
              <a:ext uri="{FF2B5EF4-FFF2-40B4-BE49-F238E27FC236}">
                <a16:creationId xmlns:a16="http://schemas.microsoft.com/office/drawing/2014/main" id="{4A8649BF-C830-847C-53CC-AE27C97D19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74936" y="5033238"/>
            <a:ext cx="457200" cy="457200"/>
          </a:xfrm>
          <a:prstGeom prst="rect">
            <a:avLst/>
          </a:prstGeom>
        </p:spPr>
      </p:pic>
      <p:sp>
        <p:nvSpPr>
          <p:cNvPr id="26" name="Text 2">
            <a:extLst>
              <a:ext uri="{FF2B5EF4-FFF2-40B4-BE49-F238E27FC236}">
                <a16:creationId xmlns:a16="http://schemas.microsoft.com/office/drawing/2014/main" id="{48B34127-3FAC-3333-4E0C-52D3071A9F76}"/>
              </a:ext>
            </a:extLst>
          </p:cNvPr>
          <p:cNvSpPr/>
          <p:nvPr/>
        </p:nvSpPr>
        <p:spPr>
          <a:xfrm>
            <a:off x="6667500" y="2213838"/>
            <a:ext cx="413605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he-IL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</a:rPr>
              <a:t>בעיה</a:t>
            </a:r>
            <a:endParaRPr lang="en-US" sz="1800" dirty="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C03A2BBC-C5A0-CA05-64AF-EB76FEEABCE6}"/>
              </a:ext>
            </a:extLst>
          </p:cNvPr>
          <p:cNvSpPr/>
          <p:nvPr/>
        </p:nvSpPr>
        <p:spPr>
          <a:xfrm>
            <a:off x="6934200" y="2747238"/>
            <a:ext cx="355949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>
              <a:lnSpc>
                <a:spcPts val="2100"/>
              </a:lnSpc>
            </a:pPr>
            <a:r>
              <a:rPr lang="he-IL" sz="1600" b="1" dirty="0"/>
              <a:t>קושי בארגון ותיעדוף של משימות</a:t>
            </a:r>
            <a:endParaRPr lang="en-US" sz="1400" b="1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A6DE6251-A7F5-F107-853C-EBA4C2910E44}"/>
              </a:ext>
            </a:extLst>
          </p:cNvPr>
          <p:cNvSpPr/>
          <p:nvPr/>
        </p:nvSpPr>
        <p:spPr>
          <a:xfrm>
            <a:off x="6934200" y="3052038"/>
            <a:ext cx="355949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/>
            <a:r>
              <a:rPr lang="he-IL" sz="1400" dirty="0"/>
              <a:t>משימות מפוזרות בין פתקים, </a:t>
            </a:r>
            <a:r>
              <a:rPr lang="en-US" sz="1400" dirty="0"/>
              <a:t>Moodle</a:t>
            </a:r>
            <a:r>
              <a:rPr lang="he-IL" sz="1400" dirty="0"/>
              <a:t>, </a:t>
            </a:r>
            <a:r>
              <a:rPr lang="en-US" sz="1400" dirty="0"/>
              <a:t>WhatsApp</a:t>
            </a:r>
            <a:r>
              <a:rPr lang="he-IL" sz="1400" dirty="0"/>
              <a:t>, יומנים -ללא סדר קבוע.</a:t>
            </a:r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20425E61-4D0A-B22E-C093-53C8103FCD72}"/>
              </a:ext>
            </a:extLst>
          </p:cNvPr>
          <p:cNvSpPr/>
          <p:nvPr/>
        </p:nvSpPr>
        <p:spPr>
          <a:xfrm>
            <a:off x="6934200" y="3890238"/>
            <a:ext cx="355949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>
              <a:lnSpc>
                <a:spcPts val="2100"/>
              </a:lnSpc>
            </a:pPr>
            <a:r>
              <a:rPr lang="he-IL" sz="1600" b="1" dirty="0"/>
              <a:t>הערכת זמן לא נכונה למשימות</a:t>
            </a:r>
            <a:endParaRPr lang="en-US" sz="1400" b="1" dirty="0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287642FD-F5D2-4215-09F9-DF1F70347828}"/>
              </a:ext>
            </a:extLst>
          </p:cNvPr>
          <p:cNvSpPr/>
          <p:nvPr/>
        </p:nvSpPr>
        <p:spPr>
          <a:xfrm>
            <a:off x="6694170" y="4195038"/>
            <a:ext cx="379952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/>
            <a:r>
              <a:rPr lang="he-IL" sz="1400" dirty="0"/>
              <a:t>סטודנטים לא יודעים כמה זמן כל משימה תיקח - מה שמוביל לדחיינות.</a:t>
            </a:r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C72C61BA-E561-FB80-58AF-5E8931C11AA4}"/>
              </a:ext>
            </a:extLst>
          </p:cNvPr>
          <p:cNvSpPr/>
          <p:nvPr/>
        </p:nvSpPr>
        <p:spPr>
          <a:xfrm>
            <a:off x="6197950" y="5033238"/>
            <a:ext cx="429574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>
              <a:lnSpc>
                <a:spcPts val="2100"/>
              </a:lnSpc>
            </a:pPr>
            <a:r>
              <a:rPr lang="he-IL" sz="1600" b="1" dirty="0"/>
              <a:t>חוסר עקביות בניהול משימות לאורך הסמסטר</a:t>
            </a:r>
            <a:endParaRPr lang="en-US" sz="1400" b="1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2AF4BFE-9CC8-C5A8-1FC6-07BAC55BB605}"/>
              </a:ext>
            </a:extLst>
          </p:cNvPr>
          <p:cNvSpPr/>
          <p:nvPr/>
        </p:nvSpPr>
        <p:spPr>
          <a:xfrm>
            <a:off x="6934200" y="5338038"/>
            <a:ext cx="355949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/>
            <a:r>
              <a:rPr lang="he-IL" sz="1400" dirty="0"/>
              <a:t>מתחילים מסודר, אבל עם העומס </a:t>
            </a:r>
            <a:r>
              <a:rPr lang="he-IL" sz="1400" dirty="0" err="1"/>
              <a:t>הכל</a:t>
            </a:r>
            <a:r>
              <a:rPr lang="he-IL" sz="1400" dirty="0"/>
              <a:t> נזרק - ונוצר בלגן מצטבר.</a:t>
            </a:r>
          </a:p>
        </p:txBody>
      </p:sp>
      <p:sp>
        <p:nvSpPr>
          <p:cNvPr id="41" name="Text 1">
            <a:extLst>
              <a:ext uri="{FF2B5EF4-FFF2-40B4-BE49-F238E27FC236}">
                <a16:creationId xmlns:a16="http://schemas.microsoft.com/office/drawing/2014/main" id="{F95ED0F3-8822-0000-7812-96461285E8EB}"/>
              </a:ext>
            </a:extLst>
          </p:cNvPr>
          <p:cNvSpPr/>
          <p:nvPr/>
        </p:nvSpPr>
        <p:spPr>
          <a:xfrm>
            <a:off x="300188" y="757774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he-IL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בעיה ופתרון - משימות</a:t>
            </a:r>
          </a:p>
        </p:txBody>
      </p:sp>
      <p:pic>
        <p:nvPicPr>
          <p:cNvPr id="43" name="Image 12" descr="preencoded.png">
            <a:extLst>
              <a:ext uri="{FF2B5EF4-FFF2-40B4-BE49-F238E27FC236}">
                <a16:creationId xmlns:a16="http://schemas.microsoft.com/office/drawing/2014/main" id="{DAD42F1B-4307-C68C-A735-B757E47499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330" y="1985238"/>
            <a:ext cx="5334000" cy="4267778"/>
          </a:xfrm>
          <a:prstGeom prst="rect">
            <a:avLst/>
          </a:prstGeom>
        </p:spPr>
      </p:pic>
      <p:pic>
        <p:nvPicPr>
          <p:cNvPr id="44" name="Image 13" descr="preencoded.png">
            <a:extLst>
              <a:ext uri="{FF2B5EF4-FFF2-40B4-BE49-F238E27FC236}">
                <a16:creationId xmlns:a16="http://schemas.microsoft.com/office/drawing/2014/main" id="{BAC8E33D-FC85-35D6-9F21-4E743A54D73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3718" y="2251938"/>
            <a:ext cx="171450" cy="228600"/>
          </a:xfrm>
          <a:prstGeom prst="rect">
            <a:avLst/>
          </a:prstGeom>
        </p:spPr>
      </p:pic>
      <p:pic>
        <p:nvPicPr>
          <p:cNvPr id="45" name="Image 14" descr="preencoded.png">
            <a:extLst>
              <a:ext uri="{FF2B5EF4-FFF2-40B4-BE49-F238E27FC236}">
                <a16:creationId xmlns:a16="http://schemas.microsoft.com/office/drawing/2014/main" id="{12858BDA-BA2C-8149-225D-4ECAD63FC92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3930" y="2747238"/>
            <a:ext cx="4876800" cy="952500"/>
          </a:xfrm>
          <a:prstGeom prst="rect">
            <a:avLst/>
          </a:prstGeom>
        </p:spPr>
      </p:pic>
      <p:pic>
        <p:nvPicPr>
          <p:cNvPr id="46" name="Image 15" descr="preencoded.png">
            <a:extLst>
              <a:ext uri="{FF2B5EF4-FFF2-40B4-BE49-F238E27FC236}">
                <a16:creationId xmlns:a16="http://schemas.microsoft.com/office/drawing/2014/main" id="{72CBF4A7-B2FB-3776-E306-C6175BC844D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88292" y="2747238"/>
            <a:ext cx="457200" cy="457200"/>
          </a:xfrm>
          <a:prstGeom prst="rect">
            <a:avLst/>
          </a:prstGeom>
        </p:spPr>
      </p:pic>
      <p:pic>
        <p:nvPicPr>
          <p:cNvPr id="48" name="Image 17" descr="preencoded.png">
            <a:extLst>
              <a:ext uri="{FF2B5EF4-FFF2-40B4-BE49-F238E27FC236}">
                <a16:creationId xmlns:a16="http://schemas.microsoft.com/office/drawing/2014/main" id="{683EA130-7EC8-BECB-623B-893DD4A1F5F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3930" y="3890238"/>
            <a:ext cx="4876800" cy="952500"/>
          </a:xfrm>
          <a:prstGeom prst="rect">
            <a:avLst/>
          </a:prstGeom>
        </p:spPr>
      </p:pic>
      <p:pic>
        <p:nvPicPr>
          <p:cNvPr id="49" name="Image 18" descr="preencoded.png">
            <a:extLst>
              <a:ext uri="{FF2B5EF4-FFF2-40B4-BE49-F238E27FC236}">
                <a16:creationId xmlns:a16="http://schemas.microsoft.com/office/drawing/2014/main" id="{8FC6D072-3BA7-4FA0-1B0D-5AB6D2CC280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88292" y="3890238"/>
            <a:ext cx="457200" cy="457200"/>
          </a:xfrm>
          <a:prstGeom prst="rect">
            <a:avLst/>
          </a:prstGeom>
        </p:spPr>
      </p:pic>
      <p:pic>
        <p:nvPicPr>
          <p:cNvPr id="51" name="Image 20" descr="preencoded.png">
            <a:extLst>
              <a:ext uri="{FF2B5EF4-FFF2-40B4-BE49-F238E27FC236}">
                <a16:creationId xmlns:a16="http://schemas.microsoft.com/office/drawing/2014/main" id="{7E6A32AB-0CA5-FD19-FAAE-6F348282E02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88292" y="5033238"/>
            <a:ext cx="457200" cy="457200"/>
          </a:xfrm>
          <a:prstGeom prst="rect">
            <a:avLst/>
          </a:prstGeom>
        </p:spPr>
      </p:pic>
      <p:sp>
        <p:nvSpPr>
          <p:cNvPr id="53" name="Text 9">
            <a:extLst>
              <a:ext uri="{FF2B5EF4-FFF2-40B4-BE49-F238E27FC236}">
                <a16:creationId xmlns:a16="http://schemas.microsoft.com/office/drawing/2014/main" id="{8E179BEB-EE1A-C83F-C98E-64C72E612A91}"/>
              </a:ext>
            </a:extLst>
          </p:cNvPr>
          <p:cNvSpPr/>
          <p:nvPr/>
        </p:nvSpPr>
        <p:spPr>
          <a:xfrm>
            <a:off x="1249680" y="2213838"/>
            <a:ext cx="419320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he-IL" b="1" dirty="0">
                <a:solidFill>
                  <a:srgbClr val="14B8A6"/>
                </a:solidFill>
                <a:latin typeface="ui-sans-serif" pitchFamily="34" charset="0"/>
                <a:ea typeface="ui-sans-serif" pitchFamily="34" charset="-122"/>
              </a:rPr>
              <a:t>פתרון</a:t>
            </a:r>
            <a:endParaRPr lang="en-US" sz="1800" dirty="0"/>
          </a:p>
        </p:txBody>
      </p:sp>
      <p:sp>
        <p:nvSpPr>
          <p:cNvPr id="54" name="Text 10">
            <a:extLst>
              <a:ext uri="{FF2B5EF4-FFF2-40B4-BE49-F238E27FC236}">
                <a16:creationId xmlns:a16="http://schemas.microsoft.com/office/drawing/2014/main" id="{B9F9AE45-3ABE-0D6E-2712-81A34D30201B}"/>
              </a:ext>
            </a:extLst>
          </p:cNvPr>
          <p:cNvSpPr/>
          <p:nvPr/>
        </p:nvSpPr>
        <p:spPr>
          <a:xfrm>
            <a:off x="1573530" y="2747238"/>
            <a:ext cx="363351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>
              <a:lnSpc>
                <a:spcPts val="2100"/>
              </a:lnSpc>
            </a:pPr>
            <a:r>
              <a:rPr lang="he-IL" sz="1600" b="1" dirty="0"/>
              <a:t>ריכוז כל המשימות במקום אחד</a:t>
            </a:r>
            <a:endParaRPr lang="en-US" sz="1400" b="1" dirty="0"/>
          </a:p>
        </p:txBody>
      </p:sp>
      <p:sp>
        <p:nvSpPr>
          <p:cNvPr id="55" name="Text 11">
            <a:extLst>
              <a:ext uri="{FF2B5EF4-FFF2-40B4-BE49-F238E27FC236}">
                <a16:creationId xmlns:a16="http://schemas.microsoft.com/office/drawing/2014/main" id="{006FF6BA-7300-B428-CD09-FD8B558D7FA9}"/>
              </a:ext>
            </a:extLst>
          </p:cNvPr>
          <p:cNvSpPr/>
          <p:nvPr/>
        </p:nvSpPr>
        <p:spPr>
          <a:xfrm>
            <a:off x="1573530" y="3052038"/>
            <a:ext cx="363351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/>
            <a:r>
              <a:rPr lang="he-IL" sz="1400" dirty="0"/>
              <a:t>איחוד משימות מכל המקורות באופן אוטומטי.</a:t>
            </a:r>
          </a:p>
        </p:txBody>
      </p:sp>
      <p:sp>
        <p:nvSpPr>
          <p:cNvPr id="56" name="Text 12">
            <a:extLst>
              <a:ext uri="{FF2B5EF4-FFF2-40B4-BE49-F238E27FC236}">
                <a16:creationId xmlns:a16="http://schemas.microsoft.com/office/drawing/2014/main" id="{853AC8AB-FC2F-43E5-410A-4E1FD703F6AF}"/>
              </a:ext>
            </a:extLst>
          </p:cNvPr>
          <p:cNvSpPr/>
          <p:nvPr/>
        </p:nvSpPr>
        <p:spPr>
          <a:xfrm>
            <a:off x="1573530" y="3890238"/>
            <a:ext cx="363351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>
              <a:lnSpc>
                <a:spcPts val="2100"/>
              </a:lnSpc>
            </a:pPr>
            <a:r>
              <a:rPr lang="he-IL" sz="1600" b="1" dirty="0"/>
              <a:t>הערכת זמן מבוססת נתונים</a:t>
            </a:r>
            <a:endParaRPr lang="en-US" sz="1400" b="1" dirty="0"/>
          </a:p>
        </p:txBody>
      </p:sp>
      <p:sp>
        <p:nvSpPr>
          <p:cNvPr id="57" name="Text 13">
            <a:extLst>
              <a:ext uri="{FF2B5EF4-FFF2-40B4-BE49-F238E27FC236}">
                <a16:creationId xmlns:a16="http://schemas.microsoft.com/office/drawing/2014/main" id="{F12913DC-D5F4-9B6F-3CA7-115B8ED0D34A}"/>
              </a:ext>
            </a:extLst>
          </p:cNvPr>
          <p:cNvSpPr/>
          <p:nvPr/>
        </p:nvSpPr>
        <p:spPr>
          <a:xfrm>
            <a:off x="1573530" y="4195038"/>
            <a:ext cx="363351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/>
            <a:r>
              <a:rPr lang="he-IL" sz="1400" dirty="0"/>
              <a:t>המערכת מחשבת זמן משוער לכל משימה לפי סוג ונתוני משתמש.</a:t>
            </a:r>
          </a:p>
        </p:txBody>
      </p:sp>
      <p:sp>
        <p:nvSpPr>
          <p:cNvPr id="58" name="Text 14">
            <a:extLst>
              <a:ext uri="{FF2B5EF4-FFF2-40B4-BE49-F238E27FC236}">
                <a16:creationId xmlns:a16="http://schemas.microsoft.com/office/drawing/2014/main" id="{E4D548B9-EEFB-C374-DD86-7B7D3410A2D3}"/>
              </a:ext>
            </a:extLst>
          </p:cNvPr>
          <p:cNvSpPr/>
          <p:nvPr/>
        </p:nvSpPr>
        <p:spPr>
          <a:xfrm>
            <a:off x="1573530" y="5033238"/>
            <a:ext cx="363351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>
              <a:lnSpc>
                <a:spcPts val="2100"/>
              </a:lnSpc>
            </a:pPr>
            <a:r>
              <a:rPr lang="he-IL" sz="1600" b="1" dirty="0"/>
              <a:t>מנוע תיעדוף חכם</a:t>
            </a:r>
            <a:endParaRPr lang="en-US" sz="1400" b="1" dirty="0"/>
          </a:p>
        </p:txBody>
      </p:sp>
      <p:sp>
        <p:nvSpPr>
          <p:cNvPr id="59" name="Text 15">
            <a:extLst>
              <a:ext uri="{FF2B5EF4-FFF2-40B4-BE49-F238E27FC236}">
                <a16:creationId xmlns:a16="http://schemas.microsoft.com/office/drawing/2014/main" id="{3BDC0E39-72D2-EDA1-DFF0-B96D3956405C}"/>
              </a:ext>
            </a:extLst>
          </p:cNvPr>
          <p:cNvSpPr/>
          <p:nvPr/>
        </p:nvSpPr>
        <p:spPr>
          <a:xfrm>
            <a:off x="1573530" y="5338038"/>
            <a:ext cx="363351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/>
            <a:r>
              <a:rPr lang="he-IL" sz="1400" dirty="0"/>
              <a:t>מדרג אוטומטית משימות לפי </a:t>
            </a:r>
            <a:r>
              <a:rPr lang="he-IL" sz="1400" dirty="0" err="1"/>
              <a:t>דדליינים</a:t>
            </a:r>
            <a:r>
              <a:rPr lang="he-IL" sz="1400" dirty="0"/>
              <a:t>, משקל וקושי ושומר על עקביות.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0D184FF-DE11-2AAB-6241-6031686692E8}"/>
              </a:ext>
            </a:extLst>
          </p:cNvPr>
          <p:cNvGrpSpPr/>
          <p:nvPr/>
        </p:nvGrpSpPr>
        <p:grpSpPr>
          <a:xfrm rot="20283252">
            <a:off x="738014" y="-248973"/>
            <a:ext cx="3060169" cy="2936345"/>
            <a:chOff x="170398" y="-150765"/>
            <a:chExt cx="2436091" cy="2436091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3DDFF377-2A7B-4416-B0AA-55CF4C094A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70398" y="-150765"/>
              <a:ext cx="2436091" cy="2436091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B41A631-CCD4-AA4D-21BD-B727796E7812}"/>
                </a:ext>
              </a:extLst>
            </p:cNvPr>
            <p:cNvSpPr txBox="1"/>
            <p:nvPr/>
          </p:nvSpPr>
          <p:spPr>
            <a:xfrm>
              <a:off x="709632" y="378086"/>
              <a:ext cx="1331604" cy="9958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/>
              <a:r>
                <a:rPr lang="en-IL" sz="1200" b="1" dirty="0">
                  <a:solidFill>
                    <a:schemeClr val="bg2">
                      <a:lumMod val="50000"/>
                    </a:schemeClr>
                  </a:solidFill>
                </a:rPr>
                <a:t>💬 </a:t>
              </a:r>
              <a:r>
                <a:rPr lang="he-IL" sz="1200" b="1" dirty="0">
                  <a:solidFill>
                    <a:schemeClr val="bg2">
                      <a:lumMod val="50000"/>
                    </a:schemeClr>
                  </a:solidFill>
                </a:rPr>
                <a:t>מהסקר:</a:t>
              </a:r>
              <a:br>
                <a:rPr lang="he-IL" sz="1200" dirty="0">
                  <a:solidFill>
                    <a:schemeClr val="bg2">
                      <a:lumMod val="50000"/>
                    </a:schemeClr>
                  </a:solidFill>
                </a:rPr>
              </a:br>
              <a:r>
                <a:rPr lang="he-IL" sz="1200" b="1" dirty="0">
                  <a:solidFill>
                    <a:schemeClr val="bg2">
                      <a:lumMod val="50000"/>
                    </a:schemeClr>
                  </a:solidFill>
                </a:rPr>
                <a:t>72% מהסטודנטים משתמשים במספר כלים שונים לניהול משימות — מה שיוצר בלבול וחוסר תיעדוף ברור.</a:t>
              </a:r>
              <a:endParaRPr lang="he-IL" sz="12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pic>
        <p:nvPicPr>
          <p:cNvPr id="2" name="Image 13" descr="preencoded.png">
            <a:extLst>
              <a:ext uri="{FF2B5EF4-FFF2-40B4-BE49-F238E27FC236}">
                <a16:creationId xmlns:a16="http://schemas.microsoft.com/office/drawing/2014/main" id="{43C4500A-3CC6-F07A-003D-912DDDE9E2B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02089" y="2842488"/>
            <a:ext cx="219075" cy="266700"/>
          </a:xfrm>
          <a:prstGeom prst="rect">
            <a:avLst/>
          </a:prstGeom>
        </p:spPr>
      </p:pic>
      <p:pic>
        <p:nvPicPr>
          <p:cNvPr id="3" name="Image 15" descr="preencoded.png">
            <a:extLst>
              <a:ext uri="{FF2B5EF4-FFF2-40B4-BE49-F238E27FC236}">
                <a16:creationId xmlns:a16="http://schemas.microsoft.com/office/drawing/2014/main" id="{829EC55F-29EA-2273-2961-4046E39DFD7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06656" y="3986929"/>
            <a:ext cx="219075" cy="266700"/>
          </a:xfrm>
          <a:prstGeom prst="rect">
            <a:avLst/>
          </a:prstGeom>
        </p:spPr>
      </p:pic>
      <p:pic>
        <p:nvPicPr>
          <p:cNvPr id="14" name="Image 17" descr="preencoded.png">
            <a:extLst>
              <a:ext uri="{FF2B5EF4-FFF2-40B4-BE49-F238E27FC236}">
                <a16:creationId xmlns:a16="http://schemas.microsoft.com/office/drawing/2014/main" id="{EEF01C22-D27B-018C-FAC7-C6BF5697BA6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20943" y="5155394"/>
            <a:ext cx="190500" cy="266700"/>
          </a:xfrm>
          <a:prstGeom prst="rect">
            <a:avLst/>
          </a:prstGeom>
        </p:spPr>
      </p:pic>
      <p:pic>
        <p:nvPicPr>
          <p:cNvPr id="18" name="Image 5" descr="preencoded.png">
            <a:extLst>
              <a:ext uri="{FF2B5EF4-FFF2-40B4-BE49-F238E27FC236}">
                <a16:creationId xmlns:a16="http://schemas.microsoft.com/office/drawing/2014/main" id="{35E1D9BC-7BB9-BB90-174A-2A58F5B4A4F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803556" y="2842488"/>
            <a:ext cx="190500" cy="266700"/>
          </a:xfrm>
          <a:prstGeom prst="rect">
            <a:avLst/>
          </a:prstGeom>
        </p:spPr>
      </p:pic>
      <p:pic>
        <p:nvPicPr>
          <p:cNvPr id="19" name="Image 7" descr="preencoded.png">
            <a:extLst>
              <a:ext uri="{FF2B5EF4-FFF2-40B4-BE49-F238E27FC236}">
                <a16:creationId xmlns:a16="http://schemas.microsoft.com/office/drawing/2014/main" id="{1F162B25-C507-7FE2-DD73-9F49D9281D0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803556" y="3988371"/>
            <a:ext cx="190500" cy="266700"/>
          </a:xfrm>
          <a:prstGeom prst="rect">
            <a:avLst/>
          </a:prstGeom>
        </p:spPr>
      </p:pic>
      <p:pic>
        <p:nvPicPr>
          <p:cNvPr id="21" name="Image 6" descr="preencoded.png">
            <a:extLst>
              <a:ext uri="{FF2B5EF4-FFF2-40B4-BE49-F238E27FC236}">
                <a16:creationId xmlns:a16="http://schemas.microsoft.com/office/drawing/2014/main" id="{772B608F-7499-CCC0-2BCA-66C84504AEC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803556" y="5132128"/>
            <a:ext cx="190500" cy="266700"/>
          </a:xfrm>
          <a:prstGeom prst="rect">
            <a:avLst/>
          </a:prstGeom>
        </p:spPr>
      </p:pic>
      <p:pic>
        <p:nvPicPr>
          <p:cNvPr id="23" name="Image 1" descr="preencoded.png">
            <a:extLst>
              <a:ext uri="{FF2B5EF4-FFF2-40B4-BE49-F238E27FC236}">
                <a16:creationId xmlns:a16="http://schemas.microsoft.com/office/drawing/2014/main" id="{87C40282-D444-8E09-49F5-8CD2C67A089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566097" y="1219200"/>
            <a:ext cx="1828800" cy="3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599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E4248-43DC-1355-EAF8-B4EA22614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4A5F56F4-46FB-2684-B526-D59578C6F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85238"/>
            <a:ext cx="5334000" cy="4267778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D81D850A-00A4-9D45-9D1C-FA6489E82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4388" y="2251938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ADE66723-546F-C3A8-89EA-10D27A46C7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2747238"/>
            <a:ext cx="4876800" cy="952500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BF865CB9-0F77-5294-72A6-A5756B62F6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4936" y="2747238"/>
            <a:ext cx="457200" cy="457200"/>
          </a:xfrm>
          <a:prstGeom prst="rect">
            <a:avLst/>
          </a:prstGeom>
        </p:spPr>
      </p:pic>
      <p:pic>
        <p:nvPicPr>
          <p:cNvPr id="9" name="Image 7" descr="preencoded.png">
            <a:extLst>
              <a:ext uri="{FF2B5EF4-FFF2-40B4-BE49-F238E27FC236}">
                <a16:creationId xmlns:a16="http://schemas.microsoft.com/office/drawing/2014/main" id="{0C02F5D0-3E9F-C047-F3AE-E03200213D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3890238"/>
            <a:ext cx="4876800" cy="952500"/>
          </a:xfrm>
          <a:prstGeom prst="rect">
            <a:avLst/>
          </a:prstGeom>
        </p:spPr>
      </p:pic>
      <p:pic>
        <p:nvPicPr>
          <p:cNvPr id="10" name="Image 8" descr="preencoded.png">
            <a:extLst>
              <a:ext uri="{FF2B5EF4-FFF2-40B4-BE49-F238E27FC236}">
                <a16:creationId xmlns:a16="http://schemas.microsoft.com/office/drawing/2014/main" id="{DFCD2820-09C1-EC60-16C8-9BA5DDDA2D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74936" y="3890238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>
            <a:extLst>
              <a:ext uri="{FF2B5EF4-FFF2-40B4-BE49-F238E27FC236}">
                <a16:creationId xmlns:a16="http://schemas.microsoft.com/office/drawing/2014/main" id="{0B70BDA4-7AB0-CA6F-7959-3BDD582762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74936" y="5033238"/>
            <a:ext cx="457200" cy="457200"/>
          </a:xfrm>
          <a:prstGeom prst="rect">
            <a:avLst/>
          </a:prstGeom>
        </p:spPr>
      </p:pic>
      <p:sp>
        <p:nvSpPr>
          <p:cNvPr id="26" name="Text 2">
            <a:extLst>
              <a:ext uri="{FF2B5EF4-FFF2-40B4-BE49-F238E27FC236}">
                <a16:creationId xmlns:a16="http://schemas.microsoft.com/office/drawing/2014/main" id="{75356F86-E75F-9526-0BB8-398BE093A66B}"/>
              </a:ext>
            </a:extLst>
          </p:cNvPr>
          <p:cNvSpPr/>
          <p:nvPr/>
        </p:nvSpPr>
        <p:spPr>
          <a:xfrm>
            <a:off x="6667500" y="2213838"/>
            <a:ext cx="413605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he-IL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</a:rPr>
              <a:t>בעיה</a:t>
            </a:r>
            <a:endParaRPr lang="en-US" sz="1800" dirty="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28D89BB7-13A1-0097-3208-0350F21ABBD7}"/>
              </a:ext>
            </a:extLst>
          </p:cNvPr>
          <p:cNvSpPr/>
          <p:nvPr/>
        </p:nvSpPr>
        <p:spPr>
          <a:xfrm>
            <a:off x="6934200" y="2747238"/>
            <a:ext cx="355949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>
              <a:lnSpc>
                <a:spcPts val="2100"/>
              </a:lnSpc>
            </a:pPr>
            <a:r>
              <a:rPr lang="he-IL" sz="1600" b="1" dirty="0"/>
              <a:t>התראות מפוזרות ממקורות שונים</a:t>
            </a:r>
            <a:endParaRPr lang="en-US" sz="1400" b="1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840DEF6E-1EA6-99E3-B412-D6F829B5E33D}"/>
              </a:ext>
            </a:extLst>
          </p:cNvPr>
          <p:cNvSpPr/>
          <p:nvPr/>
        </p:nvSpPr>
        <p:spPr>
          <a:xfrm>
            <a:off x="6768444" y="3052038"/>
            <a:ext cx="372524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/>
            <a:r>
              <a:rPr lang="he-IL" sz="1400" dirty="0"/>
              <a:t>סטודנטים מקבלים התראות ממייל, </a:t>
            </a:r>
            <a:r>
              <a:rPr lang="en-US" sz="1400" dirty="0"/>
              <a:t>Moodle</a:t>
            </a:r>
            <a:r>
              <a:rPr lang="he-IL" sz="1400" dirty="0"/>
              <a:t>,</a:t>
            </a:r>
            <a:r>
              <a:rPr lang="en-US" sz="1400" dirty="0"/>
              <a:t> </a:t>
            </a:r>
            <a:r>
              <a:rPr lang="he-IL" sz="1400" dirty="0"/>
              <a:t>יומן, פתקים, </a:t>
            </a:r>
            <a:r>
              <a:rPr lang="en-US" sz="1400" dirty="0"/>
              <a:t>WhatsApp</a:t>
            </a:r>
            <a:r>
              <a:rPr lang="he-IL" sz="1400" dirty="0"/>
              <a:t> מה שיוצר הצפה ובלבול.</a:t>
            </a:r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9750C146-EC79-36CC-A39C-159D363FD77B}"/>
              </a:ext>
            </a:extLst>
          </p:cNvPr>
          <p:cNvSpPr/>
          <p:nvPr/>
        </p:nvSpPr>
        <p:spPr>
          <a:xfrm>
            <a:off x="6324600" y="3890238"/>
            <a:ext cx="416909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>
              <a:lnSpc>
                <a:spcPts val="2100"/>
              </a:lnSpc>
            </a:pPr>
            <a:r>
              <a:rPr lang="he-IL" sz="1600" b="1" dirty="0"/>
              <a:t>התראות לא רלוונטיות שמאפילות על החשובות</a:t>
            </a:r>
            <a:endParaRPr lang="en-US" sz="1400" b="1" dirty="0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B25D4D75-708C-8A1D-507A-6D3B99EE918E}"/>
              </a:ext>
            </a:extLst>
          </p:cNvPr>
          <p:cNvSpPr/>
          <p:nvPr/>
        </p:nvSpPr>
        <p:spPr>
          <a:xfrm>
            <a:off x="6694170" y="4195038"/>
            <a:ext cx="379952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/>
            <a:r>
              <a:rPr lang="he-IL" sz="1400" dirty="0"/>
              <a:t>רוב ההתראות הן כלליות, ולא קשורות </a:t>
            </a:r>
            <a:r>
              <a:rPr lang="he-IL" sz="1400" dirty="0" err="1"/>
              <a:t>לדדליינים</a:t>
            </a:r>
            <a:r>
              <a:rPr lang="he-IL" sz="1400" dirty="0"/>
              <a:t> שממש חשוב לזכור.</a:t>
            </a:r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44A3F388-FC51-0DC1-7ED3-37CDCF306ED0}"/>
              </a:ext>
            </a:extLst>
          </p:cNvPr>
          <p:cNvSpPr/>
          <p:nvPr/>
        </p:nvSpPr>
        <p:spPr>
          <a:xfrm>
            <a:off x="6934200" y="5033238"/>
            <a:ext cx="355949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>
              <a:lnSpc>
                <a:spcPts val="2100"/>
              </a:lnSpc>
            </a:pPr>
            <a:r>
              <a:rPr lang="he-IL" sz="1600" b="1" dirty="0"/>
              <a:t>פספוס </a:t>
            </a:r>
            <a:r>
              <a:rPr lang="he-IL" sz="1600" b="1" dirty="0" err="1"/>
              <a:t>דדליינים</a:t>
            </a:r>
            <a:r>
              <a:rPr lang="he-IL" sz="1600" b="1" dirty="0"/>
              <a:t> עקב חוסר סינון</a:t>
            </a:r>
            <a:endParaRPr lang="en-US" sz="1400" b="1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EA2E5483-3DE2-90C9-2B77-58BAEEF55DC5}"/>
              </a:ext>
            </a:extLst>
          </p:cNvPr>
          <p:cNvSpPr/>
          <p:nvPr/>
        </p:nvSpPr>
        <p:spPr>
          <a:xfrm>
            <a:off x="6934200" y="5338038"/>
            <a:ext cx="355949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/>
            <a:r>
              <a:rPr lang="he-IL" sz="1400" dirty="0"/>
              <a:t>ללא מערכת שמדרגת מה חשוב עכשיו, קל לפספס משימות קריטיות.</a:t>
            </a:r>
          </a:p>
        </p:txBody>
      </p:sp>
      <p:sp>
        <p:nvSpPr>
          <p:cNvPr id="41" name="Text 1">
            <a:extLst>
              <a:ext uri="{FF2B5EF4-FFF2-40B4-BE49-F238E27FC236}">
                <a16:creationId xmlns:a16="http://schemas.microsoft.com/office/drawing/2014/main" id="{617C803D-5C0A-CA00-E2E6-37566EFBEB7C}"/>
              </a:ext>
            </a:extLst>
          </p:cNvPr>
          <p:cNvSpPr/>
          <p:nvPr/>
        </p:nvSpPr>
        <p:spPr>
          <a:xfrm>
            <a:off x="300188" y="757774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he-IL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בעיה ופתרון - התראות</a:t>
            </a:r>
          </a:p>
        </p:txBody>
      </p:sp>
      <p:pic>
        <p:nvPicPr>
          <p:cNvPr id="43" name="Image 12" descr="preencoded.png">
            <a:extLst>
              <a:ext uri="{FF2B5EF4-FFF2-40B4-BE49-F238E27FC236}">
                <a16:creationId xmlns:a16="http://schemas.microsoft.com/office/drawing/2014/main" id="{4CDF09D3-FE14-545A-6030-D9E0223B04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330" y="1985238"/>
            <a:ext cx="5334000" cy="4267778"/>
          </a:xfrm>
          <a:prstGeom prst="rect">
            <a:avLst/>
          </a:prstGeom>
        </p:spPr>
      </p:pic>
      <p:pic>
        <p:nvPicPr>
          <p:cNvPr id="44" name="Image 13" descr="preencoded.png">
            <a:extLst>
              <a:ext uri="{FF2B5EF4-FFF2-40B4-BE49-F238E27FC236}">
                <a16:creationId xmlns:a16="http://schemas.microsoft.com/office/drawing/2014/main" id="{68702460-368A-754D-FFC6-1F6065B6BB7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3718" y="2251938"/>
            <a:ext cx="171450" cy="228600"/>
          </a:xfrm>
          <a:prstGeom prst="rect">
            <a:avLst/>
          </a:prstGeom>
        </p:spPr>
      </p:pic>
      <p:pic>
        <p:nvPicPr>
          <p:cNvPr id="45" name="Image 14" descr="preencoded.png">
            <a:extLst>
              <a:ext uri="{FF2B5EF4-FFF2-40B4-BE49-F238E27FC236}">
                <a16:creationId xmlns:a16="http://schemas.microsoft.com/office/drawing/2014/main" id="{F73F41C2-F119-CFE8-1C97-739A4991E4E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3930" y="2747238"/>
            <a:ext cx="4876800" cy="952500"/>
          </a:xfrm>
          <a:prstGeom prst="rect">
            <a:avLst/>
          </a:prstGeom>
        </p:spPr>
      </p:pic>
      <p:pic>
        <p:nvPicPr>
          <p:cNvPr id="46" name="Image 15" descr="preencoded.png">
            <a:extLst>
              <a:ext uri="{FF2B5EF4-FFF2-40B4-BE49-F238E27FC236}">
                <a16:creationId xmlns:a16="http://schemas.microsoft.com/office/drawing/2014/main" id="{7DAA6A2C-96F6-4429-5386-D71D2C13963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88292" y="2747238"/>
            <a:ext cx="457200" cy="457200"/>
          </a:xfrm>
          <a:prstGeom prst="rect">
            <a:avLst/>
          </a:prstGeom>
        </p:spPr>
      </p:pic>
      <p:pic>
        <p:nvPicPr>
          <p:cNvPr id="48" name="Image 17" descr="preencoded.png">
            <a:extLst>
              <a:ext uri="{FF2B5EF4-FFF2-40B4-BE49-F238E27FC236}">
                <a16:creationId xmlns:a16="http://schemas.microsoft.com/office/drawing/2014/main" id="{0EB2D17E-215B-309A-C566-9E77C2AAA52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3930" y="3890238"/>
            <a:ext cx="4876800" cy="952500"/>
          </a:xfrm>
          <a:prstGeom prst="rect">
            <a:avLst/>
          </a:prstGeom>
        </p:spPr>
      </p:pic>
      <p:pic>
        <p:nvPicPr>
          <p:cNvPr id="49" name="Image 18" descr="preencoded.png">
            <a:extLst>
              <a:ext uri="{FF2B5EF4-FFF2-40B4-BE49-F238E27FC236}">
                <a16:creationId xmlns:a16="http://schemas.microsoft.com/office/drawing/2014/main" id="{0E6D1C4E-3963-665F-96BB-636B69D734C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88292" y="3890238"/>
            <a:ext cx="457200" cy="457200"/>
          </a:xfrm>
          <a:prstGeom prst="rect">
            <a:avLst/>
          </a:prstGeom>
        </p:spPr>
      </p:pic>
      <p:pic>
        <p:nvPicPr>
          <p:cNvPr id="51" name="Image 20" descr="preencoded.png">
            <a:extLst>
              <a:ext uri="{FF2B5EF4-FFF2-40B4-BE49-F238E27FC236}">
                <a16:creationId xmlns:a16="http://schemas.microsoft.com/office/drawing/2014/main" id="{2EF4309C-6EA2-5AC3-80A4-A25DF3656B3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88292" y="5033238"/>
            <a:ext cx="457200" cy="457200"/>
          </a:xfrm>
          <a:prstGeom prst="rect">
            <a:avLst/>
          </a:prstGeom>
        </p:spPr>
      </p:pic>
      <p:sp>
        <p:nvSpPr>
          <p:cNvPr id="53" name="Text 9">
            <a:extLst>
              <a:ext uri="{FF2B5EF4-FFF2-40B4-BE49-F238E27FC236}">
                <a16:creationId xmlns:a16="http://schemas.microsoft.com/office/drawing/2014/main" id="{B69635F4-9920-AFAC-938F-A96F90BD0934}"/>
              </a:ext>
            </a:extLst>
          </p:cNvPr>
          <p:cNvSpPr/>
          <p:nvPr/>
        </p:nvSpPr>
        <p:spPr>
          <a:xfrm>
            <a:off x="1249680" y="2213838"/>
            <a:ext cx="419320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he-IL" b="1" dirty="0">
                <a:solidFill>
                  <a:srgbClr val="14B8A6"/>
                </a:solidFill>
                <a:latin typeface="ui-sans-serif" pitchFamily="34" charset="0"/>
                <a:ea typeface="ui-sans-serif" pitchFamily="34" charset="-122"/>
              </a:rPr>
              <a:t>פתרון</a:t>
            </a:r>
            <a:endParaRPr lang="en-US" sz="1800" dirty="0"/>
          </a:p>
        </p:txBody>
      </p:sp>
      <p:sp>
        <p:nvSpPr>
          <p:cNvPr id="54" name="Text 10">
            <a:extLst>
              <a:ext uri="{FF2B5EF4-FFF2-40B4-BE49-F238E27FC236}">
                <a16:creationId xmlns:a16="http://schemas.microsoft.com/office/drawing/2014/main" id="{A2A74215-BDB0-606F-BAC8-083113D5B2FF}"/>
              </a:ext>
            </a:extLst>
          </p:cNvPr>
          <p:cNvSpPr/>
          <p:nvPr/>
        </p:nvSpPr>
        <p:spPr>
          <a:xfrm>
            <a:off x="1573530" y="2747238"/>
            <a:ext cx="363351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>
              <a:lnSpc>
                <a:spcPts val="2100"/>
              </a:lnSpc>
            </a:pPr>
            <a:r>
              <a:rPr lang="he-IL" sz="1600" b="1" dirty="0"/>
              <a:t>איחוד כל ההתראות במקום אחד</a:t>
            </a:r>
            <a:endParaRPr lang="en-US" sz="1400" b="1" dirty="0"/>
          </a:p>
        </p:txBody>
      </p:sp>
      <p:sp>
        <p:nvSpPr>
          <p:cNvPr id="55" name="Text 11">
            <a:extLst>
              <a:ext uri="{FF2B5EF4-FFF2-40B4-BE49-F238E27FC236}">
                <a16:creationId xmlns:a16="http://schemas.microsoft.com/office/drawing/2014/main" id="{2AD0A976-B2A6-C96D-39F9-8ABAF4F19CF6}"/>
              </a:ext>
            </a:extLst>
          </p:cNvPr>
          <p:cNvSpPr/>
          <p:nvPr/>
        </p:nvSpPr>
        <p:spPr>
          <a:xfrm>
            <a:off x="1573530" y="3052038"/>
            <a:ext cx="363351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/>
            <a:r>
              <a:rPr lang="he-IL" sz="1400" dirty="0"/>
              <a:t>כל ההתראות מכל המקורות מתנקזות למקום אחד מסודר, ברור ונגיש.</a:t>
            </a:r>
          </a:p>
        </p:txBody>
      </p:sp>
      <p:sp>
        <p:nvSpPr>
          <p:cNvPr id="56" name="Text 12">
            <a:extLst>
              <a:ext uri="{FF2B5EF4-FFF2-40B4-BE49-F238E27FC236}">
                <a16:creationId xmlns:a16="http://schemas.microsoft.com/office/drawing/2014/main" id="{52CBDFB6-8157-C9B0-D34F-301AF96287E8}"/>
              </a:ext>
            </a:extLst>
          </p:cNvPr>
          <p:cNvSpPr/>
          <p:nvPr/>
        </p:nvSpPr>
        <p:spPr>
          <a:xfrm>
            <a:off x="1573530" y="3890238"/>
            <a:ext cx="363351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>
              <a:lnSpc>
                <a:spcPts val="2100"/>
              </a:lnSpc>
            </a:pPr>
            <a:r>
              <a:rPr lang="he-IL" sz="1600" b="1" dirty="0"/>
              <a:t>סינון והתראות מותאמות אישית</a:t>
            </a:r>
            <a:endParaRPr lang="en-US" sz="1400" b="1" dirty="0"/>
          </a:p>
        </p:txBody>
      </p:sp>
      <p:sp>
        <p:nvSpPr>
          <p:cNvPr id="57" name="Text 13">
            <a:extLst>
              <a:ext uri="{FF2B5EF4-FFF2-40B4-BE49-F238E27FC236}">
                <a16:creationId xmlns:a16="http://schemas.microsoft.com/office/drawing/2014/main" id="{01247275-FA74-2285-1B54-BA1F19C2AB94}"/>
              </a:ext>
            </a:extLst>
          </p:cNvPr>
          <p:cNvSpPr/>
          <p:nvPr/>
        </p:nvSpPr>
        <p:spPr>
          <a:xfrm>
            <a:off x="1573530" y="4195038"/>
            <a:ext cx="363351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/>
            <a:r>
              <a:rPr lang="he-IL" sz="1400" dirty="0"/>
              <a:t>המערכת מחשבת זמן משוער לכל משימה לפי סוג ונתוני משתמש.</a:t>
            </a:r>
          </a:p>
        </p:txBody>
      </p:sp>
      <p:sp>
        <p:nvSpPr>
          <p:cNvPr id="58" name="Text 14">
            <a:extLst>
              <a:ext uri="{FF2B5EF4-FFF2-40B4-BE49-F238E27FC236}">
                <a16:creationId xmlns:a16="http://schemas.microsoft.com/office/drawing/2014/main" id="{481C6B9D-09B7-2FD7-D7AB-8A2ABE1BB393}"/>
              </a:ext>
            </a:extLst>
          </p:cNvPr>
          <p:cNvSpPr/>
          <p:nvPr/>
        </p:nvSpPr>
        <p:spPr>
          <a:xfrm>
            <a:off x="1573530" y="5033238"/>
            <a:ext cx="363351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>
              <a:lnSpc>
                <a:spcPts val="2100"/>
              </a:lnSpc>
            </a:pPr>
            <a:r>
              <a:rPr lang="he-IL" sz="1600" b="1" dirty="0"/>
              <a:t>התראות פרואקטיביות</a:t>
            </a:r>
            <a:endParaRPr lang="en-US" sz="1400" b="1" dirty="0"/>
          </a:p>
        </p:txBody>
      </p:sp>
      <p:sp>
        <p:nvSpPr>
          <p:cNvPr id="59" name="Text 15">
            <a:extLst>
              <a:ext uri="{FF2B5EF4-FFF2-40B4-BE49-F238E27FC236}">
                <a16:creationId xmlns:a16="http://schemas.microsoft.com/office/drawing/2014/main" id="{F39A0503-1CFE-D5AE-DD06-8ECA5844A544}"/>
              </a:ext>
            </a:extLst>
          </p:cNvPr>
          <p:cNvSpPr/>
          <p:nvPr/>
        </p:nvSpPr>
        <p:spPr>
          <a:xfrm>
            <a:off x="1573530" y="5338038"/>
            <a:ext cx="363351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/>
            <a:r>
              <a:rPr lang="he-IL" sz="1400" dirty="0"/>
              <a:t>מנגנון שמתריע בזמן אמת על התראות קריטיות, לפי סדר עדיפות ופרופיל למידה.</a:t>
            </a:r>
          </a:p>
        </p:txBody>
      </p:sp>
      <p:pic>
        <p:nvPicPr>
          <p:cNvPr id="2" name="Image 13" descr="preencoded.png">
            <a:extLst>
              <a:ext uri="{FF2B5EF4-FFF2-40B4-BE49-F238E27FC236}">
                <a16:creationId xmlns:a16="http://schemas.microsoft.com/office/drawing/2014/main" id="{01734156-7C32-258B-652E-83223628307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02089" y="2842488"/>
            <a:ext cx="219075" cy="266700"/>
          </a:xfrm>
          <a:prstGeom prst="rect">
            <a:avLst/>
          </a:prstGeom>
        </p:spPr>
      </p:pic>
      <p:pic>
        <p:nvPicPr>
          <p:cNvPr id="3" name="Image 15" descr="preencoded.png">
            <a:extLst>
              <a:ext uri="{FF2B5EF4-FFF2-40B4-BE49-F238E27FC236}">
                <a16:creationId xmlns:a16="http://schemas.microsoft.com/office/drawing/2014/main" id="{7F865EF5-FE3F-A019-C104-5A0BDF91441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99730" y="5128488"/>
            <a:ext cx="219075" cy="266700"/>
          </a:xfrm>
          <a:prstGeom prst="rect">
            <a:avLst/>
          </a:prstGeom>
        </p:spPr>
      </p:pic>
      <p:pic>
        <p:nvPicPr>
          <p:cNvPr id="14" name="Image 17" descr="preencoded.png">
            <a:extLst>
              <a:ext uri="{FF2B5EF4-FFF2-40B4-BE49-F238E27FC236}">
                <a16:creationId xmlns:a16="http://schemas.microsoft.com/office/drawing/2014/main" id="{B9A95F7A-7836-AF45-D479-42F3413A9E7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02089" y="4003960"/>
            <a:ext cx="190500" cy="266700"/>
          </a:xfrm>
          <a:prstGeom prst="rect">
            <a:avLst/>
          </a:prstGeom>
        </p:spPr>
      </p:pic>
      <p:pic>
        <p:nvPicPr>
          <p:cNvPr id="18" name="Image 5" descr="preencoded.png">
            <a:extLst>
              <a:ext uri="{FF2B5EF4-FFF2-40B4-BE49-F238E27FC236}">
                <a16:creationId xmlns:a16="http://schemas.microsoft.com/office/drawing/2014/main" id="{62ED7323-C2DD-71D8-47A1-1CAB5659064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03556" y="2842488"/>
            <a:ext cx="190500" cy="266700"/>
          </a:xfrm>
          <a:prstGeom prst="rect">
            <a:avLst/>
          </a:prstGeom>
        </p:spPr>
      </p:pic>
      <p:pic>
        <p:nvPicPr>
          <p:cNvPr id="19" name="Image 7" descr="preencoded.png">
            <a:extLst>
              <a:ext uri="{FF2B5EF4-FFF2-40B4-BE49-F238E27FC236}">
                <a16:creationId xmlns:a16="http://schemas.microsoft.com/office/drawing/2014/main" id="{D563F541-87A4-69BA-E745-3F10D96F37A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803556" y="3988371"/>
            <a:ext cx="190500" cy="266700"/>
          </a:xfrm>
          <a:prstGeom prst="rect">
            <a:avLst/>
          </a:prstGeom>
        </p:spPr>
      </p:pic>
      <p:pic>
        <p:nvPicPr>
          <p:cNvPr id="8" name="Image 11" descr="preencoded.png">
            <a:extLst>
              <a:ext uri="{FF2B5EF4-FFF2-40B4-BE49-F238E27FC236}">
                <a16:creationId xmlns:a16="http://schemas.microsoft.com/office/drawing/2014/main" id="{A07B26B8-D0F7-7399-68B8-2F51485DF27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803556" y="5147827"/>
            <a:ext cx="190500" cy="266700"/>
          </a:xfrm>
          <a:prstGeom prst="rect">
            <a:avLst/>
          </a:prstGeom>
        </p:spPr>
      </p:pic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556D434B-AC33-E6D8-A351-A93B96C44F0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566097" y="1219200"/>
            <a:ext cx="1828800" cy="3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067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77173-7179-23B9-7755-4D9E6A6CE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Image 15" descr="preencoded.png">
            <a:extLst>
              <a:ext uri="{FF2B5EF4-FFF2-40B4-BE49-F238E27FC236}">
                <a16:creationId xmlns:a16="http://schemas.microsoft.com/office/drawing/2014/main" id="{7661BDAD-2BD8-1CA5-5AB2-7F461D5A5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4195" y="1226433"/>
            <a:ext cx="2200988" cy="2303814"/>
          </a:xfrm>
          <a:prstGeom prst="rect">
            <a:avLst/>
          </a:prstGeom>
        </p:spPr>
      </p:pic>
      <p:pic>
        <p:nvPicPr>
          <p:cNvPr id="174" name="Image 15" descr="preencoded.png">
            <a:extLst>
              <a:ext uri="{FF2B5EF4-FFF2-40B4-BE49-F238E27FC236}">
                <a16:creationId xmlns:a16="http://schemas.microsoft.com/office/drawing/2014/main" id="{2E06383F-5430-BDF1-D6B0-44AEAA1BC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880" y="1232202"/>
            <a:ext cx="2200988" cy="2303814"/>
          </a:xfrm>
          <a:prstGeom prst="rect">
            <a:avLst/>
          </a:prstGeom>
        </p:spPr>
      </p:pic>
      <p:pic>
        <p:nvPicPr>
          <p:cNvPr id="3" name="Image 15" descr="preencoded.png">
            <a:extLst>
              <a:ext uri="{FF2B5EF4-FFF2-40B4-BE49-F238E27FC236}">
                <a16:creationId xmlns:a16="http://schemas.microsoft.com/office/drawing/2014/main" id="{EBAB5127-970E-3406-B057-3B4E8DFD5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565" y="1236301"/>
            <a:ext cx="2200988" cy="2303814"/>
          </a:xfrm>
          <a:prstGeom prst="rect">
            <a:avLst/>
          </a:prstGeom>
        </p:spPr>
      </p:pic>
      <p:sp>
        <p:nvSpPr>
          <p:cNvPr id="39" name="Text 11">
            <a:extLst>
              <a:ext uri="{FF2B5EF4-FFF2-40B4-BE49-F238E27FC236}">
                <a16:creationId xmlns:a16="http://schemas.microsoft.com/office/drawing/2014/main" id="{579FABDA-4C91-3BA2-7A0F-40EDEB0400A8}"/>
              </a:ext>
            </a:extLst>
          </p:cNvPr>
          <p:cNvSpPr/>
          <p:nvPr/>
        </p:nvSpPr>
        <p:spPr>
          <a:xfrm>
            <a:off x="4023991" y="1419459"/>
            <a:ext cx="20179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Dashboard</a:t>
            </a:r>
            <a:endParaRPr lang="en-US" sz="1500" dirty="0"/>
          </a:p>
        </p:txBody>
      </p:sp>
      <p:pic>
        <p:nvPicPr>
          <p:cNvPr id="95" name="Image 17" descr="preencoded.png">
            <a:extLst>
              <a:ext uri="{FF2B5EF4-FFF2-40B4-BE49-F238E27FC236}">
                <a16:creationId xmlns:a16="http://schemas.microsoft.com/office/drawing/2014/main" id="{81EE0B57-57A6-A2B9-8167-4D6299DD99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505" y="1428836"/>
            <a:ext cx="188890" cy="251853"/>
          </a:xfrm>
          <a:prstGeom prst="rect">
            <a:avLst/>
          </a:prstGeom>
        </p:spPr>
      </p:pic>
      <p:sp>
        <p:nvSpPr>
          <p:cNvPr id="96" name="Text 11">
            <a:extLst>
              <a:ext uri="{FF2B5EF4-FFF2-40B4-BE49-F238E27FC236}">
                <a16:creationId xmlns:a16="http://schemas.microsoft.com/office/drawing/2014/main" id="{C7BB4E60-59A0-5453-B591-078F232B739B}"/>
              </a:ext>
            </a:extLst>
          </p:cNvPr>
          <p:cNvSpPr/>
          <p:nvPr/>
        </p:nvSpPr>
        <p:spPr>
          <a:xfrm>
            <a:off x="7158044" y="1419459"/>
            <a:ext cx="135569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Calendar</a:t>
            </a:r>
            <a:endParaRPr lang="en-US" sz="1500" dirty="0"/>
          </a:p>
        </p:txBody>
      </p:sp>
      <p:pic>
        <p:nvPicPr>
          <p:cNvPr id="102" name="Image 17" descr="preencoded.png">
            <a:extLst>
              <a:ext uri="{FF2B5EF4-FFF2-40B4-BE49-F238E27FC236}">
                <a16:creationId xmlns:a16="http://schemas.microsoft.com/office/drawing/2014/main" id="{C968B441-0989-EAB4-01F4-D3C430808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6403" y="1409146"/>
            <a:ext cx="188890" cy="251853"/>
          </a:xfrm>
          <a:prstGeom prst="rect">
            <a:avLst/>
          </a:prstGeom>
        </p:spPr>
      </p:pic>
      <p:sp>
        <p:nvSpPr>
          <p:cNvPr id="103" name="Text 11">
            <a:extLst>
              <a:ext uri="{FF2B5EF4-FFF2-40B4-BE49-F238E27FC236}">
                <a16:creationId xmlns:a16="http://schemas.microsoft.com/office/drawing/2014/main" id="{DE2F4101-0A47-3AE3-A9B8-213F3E1CDC3B}"/>
              </a:ext>
            </a:extLst>
          </p:cNvPr>
          <p:cNvSpPr/>
          <p:nvPr/>
        </p:nvSpPr>
        <p:spPr>
          <a:xfrm>
            <a:off x="10031635" y="1399769"/>
            <a:ext cx="135569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Tasks</a:t>
            </a:r>
            <a:endParaRPr lang="en-US" sz="1500" dirty="0"/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A76EAFB7-62A9-1E86-CD07-225613F7080B}"/>
              </a:ext>
            </a:extLst>
          </p:cNvPr>
          <p:cNvSpPr/>
          <p:nvPr/>
        </p:nvSpPr>
        <p:spPr>
          <a:xfrm>
            <a:off x="926594" y="393103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Modules</a:t>
            </a:r>
            <a:endParaRPr lang="en-US" sz="2400" dirty="0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A0738D74-F1C2-17E4-F541-A903681581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28" y="749692"/>
            <a:ext cx="914400" cy="38100"/>
          </a:xfrm>
          <a:prstGeom prst="rect">
            <a:avLst/>
          </a:prstGeom>
        </p:spPr>
      </p:pic>
      <p:pic>
        <p:nvPicPr>
          <p:cNvPr id="149" name="Image 4" descr="preencoded.png">
            <a:extLst>
              <a:ext uri="{FF2B5EF4-FFF2-40B4-BE49-F238E27FC236}">
                <a16:creationId xmlns:a16="http://schemas.microsoft.com/office/drawing/2014/main" id="{FE0C6FE9-ECB7-2CE1-97D2-7A92246D93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2627" y="1301298"/>
            <a:ext cx="483181" cy="483181"/>
          </a:xfrm>
          <a:prstGeom prst="rect">
            <a:avLst/>
          </a:prstGeom>
        </p:spPr>
      </p:pic>
      <p:pic>
        <p:nvPicPr>
          <p:cNvPr id="154" name="Image 7" descr="preencoded.png">
            <a:extLst>
              <a:ext uri="{FF2B5EF4-FFF2-40B4-BE49-F238E27FC236}">
                <a16:creationId xmlns:a16="http://schemas.microsoft.com/office/drawing/2014/main" id="{5C129F62-DC49-0B2F-A3B9-DAB63D8290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0782" y="1329570"/>
            <a:ext cx="446476" cy="446476"/>
          </a:xfrm>
          <a:prstGeom prst="rect">
            <a:avLst/>
          </a:prstGeom>
        </p:spPr>
      </p:pic>
      <p:grpSp>
        <p:nvGrpSpPr>
          <p:cNvPr id="161" name="Group 160">
            <a:extLst>
              <a:ext uri="{FF2B5EF4-FFF2-40B4-BE49-F238E27FC236}">
                <a16:creationId xmlns:a16="http://schemas.microsoft.com/office/drawing/2014/main" id="{4FA21F03-37DE-83AD-7C7B-D8D94F140715}"/>
              </a:ext>
            </a:extLst>
          </p:cNvPr>
          <p:cNvGrpSpPr/>
          <p:nvPr/>
        </p:nvGrpSpPr>
        <p:grpSpPr>
          <a:xfrm>
            <a:off x="9514489" y="1309880"/>
            <a:ext cx="417228" cy="446476"/>
            <a:chOff x="8242250" y="2400300"/>
            <a:chExt cx="571500" cy="571500"/>
          </a:xfrm>
        </p:grpSpPr>
        <p:pic>
          <p:nvPicPr>
            <p:cNvPr id="159" name="Image 10" descr="preencoded.png">
              <a:extLst>
                <a:ext uri="{FF2B5EF4-FFF2-40B4-BE49-F238E27FC236}">
                  <a16:creationId xmlns:a16="http://schemas.microsoft.com/office/drawing/2014/main" id="{57FD163F-B555-88CC-BC1C-429B9555B88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242250" y="2400300"/>
              <a:ext cx="571500" cy="571500"/>
            </a:xfrm>
            <a:prstGeom prst="rect">
              <a:avLst/>
            </a:prstGeom>
          </p:spPr>
        </p:pic>
        <p:pic>
          <p:nvPicPr>
            <p:cNvPr id="160" name="Image 11" descr="preencoded.png">
              <a:extLst>
                <a:ext uri="{FF2B5EF4-FFF2-40B4-BE49-F238E27FC236}">
                  <a16:creationId xmlns:a16="http://schemas.microsoft.com/office/drawing/2014/main" id="{C38016DD-0554-28D9-3487-7546F1E72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413700" y="2533650"/>
              <a:ext cx="228600" cy="304800"/>
            </a:xfrm>
            <a:prstGeom prst="rect">
              <a:avLst/>
            </a:prstGeom>
          </p:spPr>
        </p:pic>
      </p:grpSp>
      <p:pic>
        <p:nvPicPr>
          <p:cNvPr id="162" name="Image 6" descr="preencoded.png">
            <a:extLst>
              <a:ext uri="{FF2B5EF4-FFF2-40B4-BE49-F238E27FC236}">
                <a16:creationId xmlns:a16="http://schemas.microsoft.com/office/drawing/2014/main" id="{A6E1E032-AD76-304C-99F1-4439EBB9975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9639" y="1439466"/>
            <a:ext cx="188762" cy="215728"/>
          </a:xfrm>
          <a:prstGeom prst="rect">
            <a:avLst/>
          </a:prstGeom>
        </p:spPr>
      </p:pic>
      <p:pic>
        <p:nvPicPr>
          <p:cNvPr id="163" name="Image 5" descr="preencoded.png">
            <a:extLst>
              <a:ext uri="{FF2B5EF4-FFF2-40B4-BE49-F238E27FC236}">
                <a16:creationId xmlns:a16="http://schemas.microsoft.com/office/drawing/2014/main" id="{38808FA0-0478-1281-8862-C8825298C88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88653" y="1435024"/>
            <a:ext cx="215728" cy="215728"/>
          </a:xfrm>
          <a:prstGeom prst="rect">
            <a:avLst/>
          </a:prstGeom>
        </p:spPr>
      </p:pic>
      <p:sp>
        <p:nvSpPr>
          <p:cNvPr id="167" name="Rounded Rectangle 166">
            <a:extLst>
              <a:ext uri="{FF2B5EF4-FFF2-40B4-BE49-F238E27FC236}">
                <a16:creationId xmlns:a16="http://schemas.microsoft.com/office/drawing/2014/main" id="{75018A73-63FF-CB41-42A4-F0E04831D239}"/>
              </a:ext>
            </a:extLst>
          </p:cNvPr>
          <p:cNvSpPr/>
          <p:nvPr/>
        </p:nvSpPr>
        <p:spPr>
          <a:xfrm>
            <a:off x="3561113" y="1902706"/>
            <a:ext cx="1820392" cy="406576"/>
          </a:xfrm>
          <a:prstGeom prst="roundRect">
            <a:avLst/>
          </a:prstGeom>
          <a:solidFill>
            <a:srgbClr val="95A5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Weekly Load</a:t>
            </a:r>
          </a:p>
        </p:txBody>
      </p:sp>
      <p:sp>
        <p:nvSpPr>
          <p:cNvPr id="168" name="Rounded Rectangle 167">
            <a:extLst>
              <a:ext uri="{FF2B5EF4-FFF2-40B4-BE49-F238E27FC236}">
                <a16:creationId xmlns:a16="http://schemas.microsoft.com/office/drawing/2014/main" id="{2E392A22-5558-391A-3552-C2DA301DCA80}"/>
              </a:ext>
            </a:extLst>
          </p:cNvPr>
          <p:cNvSpPr/>
          <p:nvPr/>
        </p:nvSpPr>
        <p:spPr>
          <a:xfrm>
            <a:off x="3561113" y="2392560"/>
            <a:ext cx="1820392" cy="406576"/>
          </a:xfrm>
          <a:prstGeom prst="roundRect">
            <a:avLst/>
          </a:prstGeom>
          <a:solidFill>
            <a:srgbClr val="95A5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Upcoming Tasks</a:t>
            </a:r>
          </a:p>
        </p:txBody>
      </p:sp>
      <p:sp>
        <p:nvSpPr>
          <p:cNvPr id="169" name="Rounded Rectangle 168">
            <a:extLst>
              <a:ext uri="{FF2B5EF4-FFF2-40B4-BE49-F238E27FC236}">
                <a16:creationId xmlns:a16="http://schemas.microsoft.com/office/drawing/2014/main" id="{BCC3A6BD-BA0A-AA04-2F51-C5CE7ABEABF9}"/>
              </a:ext>
            </a:extLst>
          </p:cNvPr>
          <p:cNvSpPr/>
          <p:nvPr/>
        </p:nvSpPr>
        <p:spPr>
          <a:xfrm>
            <a:off x="3561113" y="2901004"/>
            <a:ext cx="1820392" cy="406576"/>
          </a:xfrm>
          <a:prstGeom prst="roundRect">
            <a:avLst/>
          </a:prstGeom>
          <a:solidFill>
            <a:srgbClr val="95A5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Critical Alerts</a:t>
            </a:r>
          </a:p>
        </p:txBody>
      </p:sp>
      <p:pic>
        <p:nvPicPr>
          <p:cNvPr id="176" name="Image 15" descr="preencoded.png">
            <a:extLst>
              <a:ext uri="{FF2B5EF4-FFF2-40B4-BE49-F238E27FC236}">
                <a16:creationId xmlns:a16="http://schemas.microsoft.com/office/drawing/2014/main" id="{8DD35352-BF69-17BC-B763-D0238FD2D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83" y="3990735"/>
            <a:ext cx="2200988" cy="2303814"/>
          </a:xfrm>
          <a:prstGeom prst="rect">
            <a:avLst/>
          </a:prstGeom>
        </p:spPr>
      </p:pic>
      <p:sp>
        <p:nvSpPr>
          <p:cNvPr id="178" name="Text 11">
            <a:extLst>
              <a:ext uri="{FF2B5EF4-FFF2-40B4-BE49-F238E27FC236}">
                <a16:creationId xmlns:a16="http://schemas.microsoft.com/office/drawing/2014/main" id="{262F2F59-CE5A-BAD2-5681-02A12AC02A56}"/>
              </a:ext>
            </a:extLst>
          </p:cNvPr>
          <p:cNvSpPr/>
          <p:nvPr/>
        </p:nvSpPr>
        <p:spPr>
          <a:xfrm>
            <a:off x="1174857" y="4208988"/>
            <a:ext cx="135569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lang="en-US" sz="1600" dirty="0">
                <a:solidFill>
                  <a:sysClr val="windowText" lastClr="000000"/>
                </a:solidFill>
              </a:rPr>
              <a:t>Notifications</a:t>
            </a:r>
          </a:p>
        </p:txBody>
      </p:sp>
      <p:sp>
        <p:nvSpPr>
          <p:cNvPr id="181" name="Rounded Rectangle 180">
            <a:extLst>
              <a:ext uri="{FF2B5EF4-FFF2-40B4-BE49-F238E27FC236}">
                <a16:creationId xmlns:a16="http://schemas.microsoft.com/office/drawing/2014/main" id="{32E7943D-7975-BB7D-619A-956C51B1906A}"/>
              </a:ext>
            </a:extLst>
          </p:cNvPr>
          <p:cNvSpPr/>
          <p:nvPr/>
        </p:nvSpPr>
        <p:spPr>
          <a:xfrm>
            <a:off x="6516680" y="1902706"/>
            <a:ext cx="1820392" cy="406576"/>
          </a:xfrm>
          <a:prstGeom prst="roundRect">
            <a:avLst/>
          </a:prstGeom>
          <a:solidFill>
            <a:srgbClr val="95A5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Week/Month View</a:t>
            </a:r>
          </a:p>
        </p:txBody>
      </p:sp>
      <p:sp>
        <p:nvSpPr>
          <p:cNvPr id="182" name="Rounded Rectangle 181">
            <a:extLst>
              <a:ext uri="{FF2B5EF4-FFF2-40B4-BE49-F238E27FC236}">
                <a16:creationId xmlns:a16="http://schemas.microsoft.com/office/drawing/2014/main" id="{D1F56A94-900B-96EB-7399-2383A20884D3}"/>
              </a:ext>
            </a:extLst>
          </p:cNvPr>
          <p:cNvSpPr/>
          <p:nvPr/>
        </p:nvSpPr>
        <p:spPr>
          <a:xfrm>
            <a:off x="6516680" y="2407799"/>
            <a:ext cx="1820392" cy="406576"/>
          </a:xfrm>
          <a:prstGeom prst="roundRect">
            <a:avLst/>
          </a:prstGeom>
          <a:solidFill>
            <a:srgbClr val="95A5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Overload Marks</a:t>
            </a:r>
          </a:p>
        </p:txBody>
      </p:sp>
      <p:sp>
        <p:nvSpPr>
          <p:cNvPr id="183" name="Rounded Rectangle 182">
            <a:extLst>
              <a:ext uri="{FF2B5EF4-FFF2-40B4-BE49-F238E27FC236}">
                <a16:creationId xmlns:a16="http://schemas.microsoft.com/office/drawing/2014/main" id="{FAA81FB2-1A2E-E767-C48E-E09929E0E3E0}"/>
              </a:ext>
            </a:extLst>
          </p:cNvPr>
          <p:cNvSpPr/>
          <p:nvPr/>
        </p:nvSpPr>
        <p:spPr>
          <a:xfrm>
            <a:off x="6516680" y="2938900"/>
            <a:ext cx="1820392" cy="406576"/>
          </a:xfrm>
          <a:prstGeom prst="roundRect">
            <a:avLst/>
          </a:prstGeom>
          <a:solidFill>
            <a:srgbClr val="95A5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Auto Scheduling</a:t>
            </a:r>
          </a:p>
        </p:txBody>
      </p:sp>
      <p:sp>
        <p:nvSpPr>
          <p:cNvPr id="187" name="Rounded Rectangle 186">
            <a:extLst>
              <a:ext uri="{FF2B5EF4-FFF2-40B4-BE49-F238E27FC236}">
                <a16:creationId xmlns:a16="http://schemas.microsoft.com/office/drawing/2014/main" id="{6E621A7C-D242-D832-FFCA-5D9803D06D8B}"/>
              </a:ext>
            </a:extLst>
          </p:cNvPr>
          <p:cNvSpPr/>
          <p:nvPr/>
        </p:nvSpPr>
        <p:spPr>
          <a:xfrm>
            <a:off x="9474272" y="1885882"/>
            <a:ext cx="1820392" cy="406576"/>
          </a:xfrm>
          <a:prstGeom prst="roundRect">
            <a:avLst/>
          </a:prstGeom>
          <a:solidFill>
            <a:srgbClr val="95A5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Prioritization</a:t>
            </a:r>
            <a:endParaRPr dirty="0"/>
          </a:p>
        </p:txBody>
      </p:sp>
      <p:sp>
        <p:nvSpPr>
          <p:cNvPr id="188" name="Rounded Rectangle 187">
            <a:extLst>
              <a:ext uri="{FF2B5EF4-FFF2-40B4-BE49-F238E27FC236}">
                <a16:creationId xmlns:a16="http://schemas.microsoft.com/office/drawing/2014/main" id="{33E42916-60E8-0BCF-8EFA-123A99EF3034}"/>
              </a:ext>
            </a:extLst>
          </p:cNvPr>
          <p:cNvSpPr/>
          <p:nvPr/>
        </p:nvSpPr>
        <p:spPr>
          <a:xfrm>
            <a:off x="9474272" y="2390975"/>
            <a:ext cx="1820392" cy="406576"/>
          </a:xfrm>
          <a:prstGeom prst="roundRect">
            <a:avLst/>
          </a:prstGeom>
          <a:solidFill>
            <a:srgbClr val="95A5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Time Estimation</a:t>
            </a:r>
          </a:p>
        </p:txBody>
      </p:sp>
      <p:sp>
        <p:nvSpPr>
          <p:cNvPr id="189" name="Rounded Rectangle 188">
            <a:extLst>
              <a:ext uri="{FF2B5EF4-FFF2-40B4-BE49-F238E27FC236}">
                <a16:creationId xmlns:a16="http://schemas.microsoft.com/office/drawing/2014/main" id="{30297802-C682-010C-765A-7BE3EFBFB9D9}"/>
              </a:ext>
            </a:extLst>
          </p:cNvPr>
          <p:cNvSpPr/>
          <p:nvPr/>
        </p:nvSpPr>
        <p:spPr>
          <a:xfrm>
            <a:off x="9474272" y="2922076"/>
            <a:ext cx="1820392" cy="406576"/>
          </a:xfrm>
          <a:prstGeom prst="roundRect">
            <a:avLst/>
          </a:prstGeom>
          <a:solidFill>
            <a:srgbClr val="95A5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Filters</a:t>
            </a:r>
            <a:endParaRPr dirty="0"/>
          </a:p>
        </p:txBody>
      </p:sp>
      <p:pic>
        <p:nvPicPr>
          <p:cNvPr id="193" name="Image 15" descr="preencoded.png">
            <a:extLst>
              <a:ext uri="{FF2B5EF4-FFF2-40B4-BE49-F238E27FC236}">
                <a16:creationId xmlns:a16="http://schemas.microsoft.com/office/drawing/2014/main" id="{BFA92493-71B5-8D37-0A77-266E78033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50" y="1230512"/>
            <a:ext cx="2200988" cy="2303814"/>
          </a:xfrm>
          <a:prstGeom prst="rect">
            <a:avLst/>
          </a:prstGeom>
        </p:spPr>
      </p:pic>
      <p:pic>
        <p:nvPicPr>
          <p:cNvPr id="195" name="Image 5" descr="preencoded.png">
            <a:extLst>
              <a:ext uri="{FF2B5EF4-FFF2-40B4-BE49-F238E27FC236}">
                <a16:creationId xmlns:a16="http://schemas.microsoft.com/office/drawing/2014/main" id="{34A8EE9E-62EC-E0EC-4ABB-0FA94FA6F49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6338" y="1491227"/>
            <a:ext cx="215728" cy="215728"/>
          </a:xfrm>
          <a:prstGeom prst="rect">
            <a:avLst/>
          </a:prstGeom>
        </p:spPr>
      </p:pic>
      <p:sp>
        <p:nvSpPr>
          <p:cNvPr id="196" name="Rounded Rectangle 195">
            <a:extLst>
              <a:ext uri="{FF2B5EF4-FFF2-40B4-BE49-F238E27FC236}">
                <a16:creationId xmlns:a16="http://schemas.microsoft.com/office/drawing/2014/main" id="{A280803B-1702-9CB4-6EAF-5620719C4161}"/>
              </a:ext>
            </a:extLst>
          </p:cNvPr>
          <p:cNvSpPr/>
          <p:nvPr/>
        </p:nvSpPr>
        <p:spPr>
          <a:xfrm>
            <a:off x="618798" y="1896917"/>
            <a:ext cx="1820392" cy="406576"/>
          </a:xfrm>
          <a:prstGeom prst="roundRect">
            <a:avLst/>
          </a:prstGeom>
          <a:solidFill>
            <a:srgbClr val="95A5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Google</a:t>
            </a:r>
            <a:endParaRPr dirty="0"/>
          </a:p>
        </p:txBody>
      </p:sp>
      <p:sp>
        <p:nvSpPr>
          <p:cNvPr id="197" name="Rounded Rectangle 196">
            <a:extLst>
              <a:ext uri="{FF2B5EF4-FFF2-40B4-BE49-F238E27FC236}">
                <a16:creationId xmlns:a16="http://schemas.microsoft.com/office/drawing/2014/main" id="{EC0E322A-074D-972F-81EB-2E9936D0A6F2}"/>
              </a:ext>
            </a:extLst>
          </p:cNvPr>
          <p:cNvSpPr/>
          <p:nvPr/>
        </p:nvSpPr>
        <p:spPr>
          <a:xfrm>
            <a:off x="618798" y="2386771"/>
            <a:ext cx="1820392" cy="406576"/>
          </a:xfrm>
          <a:prstGeom prst="roundRect">
            <a:avLst/>
          </a:prstGeom>
          <a:solidFill>
            <a:srgbClr val="95A5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Moodle</a:t>
            </a:r>
            <a:endParaRPr dirty="0"/>
          </a:p>
        </p:txBody>
      </p:sp>
      <p:sp>
        <p:nvSpPr>
          <p:cNvPr id="198" name="Rounded Rectangle 197">
            <a:extLst>
              <a:ext uri="{FF2B5EF4-FFF2-40B4-BE49-F238E27FC236}">
                <a16:creationId xmlns:a16="http://schemas.microsoft.com/office/drawing/2014/main" id="{425F3413-9221-6295-24B8-968B1EB78B8E}"/>
              </a:ext>
            </a:extLst>
          </p:cNvPr>
          <p:cNvSpPr/>
          <p:nvPr/>
        </p:nvSpPr>
        <p:spPr>
          <a:xfrm>
            <a:off x="618798" y="2895215"/>
            <a:ext cx="1820392" cy="406576"/>
          </a:xfrm>
          <a:prstGeom prst="roundRect">
            <a:avLst/>
          </a:prstGeom>
          <a:solidFill>
            <a:srgbClr val="95A5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Email</a:t>
            </a:r>
            <a:endParaRPr dirty="0"/>
          </a:p>
        </p:txBody>
      </p:sp>
      <p:pic>
        <p:nvPicPr>
          <p:cNvPr id="200" name="Image 23" descr="preencoded.png">
            <a:extLst>
              <a:ext uri="{FF2B5EF4-FFF2-40B4-BE49-F238E27FC236}">
                <a16:creationId xmlns:a16="http://schemas.microsoft.com/office/drawing/2014/main" id="{090ED380-26B2-DB31-54A7-B71B012626B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5594" y="1335080"/>
            <a:ext cx="465186" cy="465186"/>
          </a:xfrm>
          <a:prstGeom prst="rect">
            <a:avLst/>
          </a:prstGeom>
        </p:spPr>
      </p:pic>
      <p:pic>
        <p:nvPicPr>
          <p:cNvPr id="201" name="Image 16" descr="preencoded.png">
            <a:extLst>
              <a:ext uri="{FF2B5EF4-FFF2-40B4-BE49-F238E27FC236}">
                <a16:creationId xmlns:a16="http://schemas.microsoft.com/office/drawing/2014/main" id="{48CBDC05-2DE2-30E6-4EC2-B07E8836822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9938" y="1440624"/>
            <a:ext cx="272981" cy="242650"/>
          </a:xfrm>
          <a:prstGeom prst="rect">
            <a:avLst/>
          </a:prstGeom>
        </p:spPr>
      </p:pic>
      <p:sp>
        <p:nvSpPr>
          <p:cNvPr id="202" name="Text 11">
            <a:extLst>
              <a:ext uri="{FF2B5EF4-FFF2-40B4-BE49-F238E27FC236}">
                <a16:creationId xmlns:a16="http://schemas.microsoft.com/office/drawing/2014/main" id="{90247022-ED11-A220-0DCB-ECEFF68EC978}"/>
              </a:ext>
            </a:extLst>
          </p:cNvPr>
          <p:cNvSpPr/>
          <p:nvPr/>
        </p:nvSpPr>
        <p:spPr>
          <a:xfrm>
            <a:off x="1216942" y="1416475"/>
            <a:ext cx="20179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lang="en-US" sz="1500" dirty="0">
                <a:solidFill>
                  <a:sysClr val="windowText" lastClr="000000"/>
                </a:solidFill>
              </a:rPr>
              <a:t>Login &amp; Sync</a:t>
            </a:r>
          </a:p>
        </p:txBody>
      </p:sp>
      <p:pic>
        <p:nvPicPr>
          <p:cNvPr id="203" name="Image 12" descr="preencoded.png">
            <a:extLst>
              <a:ext uri="{FF2B5EF4-FFF2-40B4-BE49-F238E27FC236}">
                <a16:creationId xmlns:a16="http://schemas.microsoft.com/office/drawing/2014/main" id="{07BD74E9-550B-E786-5FEE-ED165FDCD9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8030" y="4142215"/>
            <a:ext cx="455669" cy="455669"/>
          </a:xfrm>
          <a:prstGeom prst="rect">
            <a:avLst/>
          </a:prstGeom>
        </p:spPr>
      </p:pic>
      <p:pic>
        <p:nvPicPr>
          <p:cNvPr id="204" name="Image 14" descr="preencoded.png">
            <a:extLst>
              <a:ext uri="{FF2B5EF4-FFF2-40B4-BE49-F238E27FC236}">
                <a16:creationId xmlns:a16="http://schemas.microsoft.com/office/drawing/2014/main" id="{92DD47A0-4781-327E-C2D7-3BB2C8CA49C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5851" y="4217960"/>
            <a:ext cx="200025" cy="304800"/>
          </a:xfrm>
          <a:prstGeom prst="rect">
            <a:avLst/>
          </a:prstGeom>
        </p:spPr>
      </p:pic>
      <p:sp>
        <p:nvSpPr>
          <p:cNvPr id="205" name="Rounded Rectangle 204">
            <a:extLst>
              <a:ext uri="{FF2B5EF4-FFF2-40B4-BE49-F238E27FC236}">
                <a16:creationId xmlns:a16="http://schemas.microsoft.com/office/drawing/2014/main" id="{D7898E42-93AE-31F7-D53A-F518B16B988A}"/>
              </a:ext>
            </a:extLst>
          </p:cNvPr>
          <p:cNvSpPr/>
          <p:nvPr/>
        </p:nvSpPr>
        <p:spPr>
          <a:xfrm>
            <a:off x="618798" y="4673631"/>
            <a:ext cx="1820392" cy="406576"/>
          </a:xfrm>
          <a:prstGeom prst="roundRect">
            <a:avLst/>
          </a:prstGeom>
          <a:solidFill>
            <a:srgbClr val="95A5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Deadline Alerts</a:t>
            </a:r>
          </a:p>
        </p:txBody>
      </p:sp>
      <p:sp>
        <p:nvSpPr>
          <p:cNvPr id="206" name="Rounded Rectangle 205">
            <a:extLst>
              <a:ext uri="{FF2B5EF4-FFF2-40B4-BE49-F238E27FC236}">
                <a16:creationId xmlns:a16="http://schemas.microsoft.com/office/drawing/2014/main" id="{375594F1-FCA7-7529-B397-96A137A417BE}"/>
              </a:ext>
            </a:extLst>
          </p:cNvPr>
          <p:cNvSpPr/>
          <p:nvPr/>
        </p:nvSpPr>
        <p:spPr>
          <a:xfrm>
            <a:off x="618798" y="5163485"/>
            <a:ext cx="1820392" cy="406576"/>
          </a:xfrm>
          <a:prstGeom prst="roundRect">
            <a:avLst/>
          </a:prstGeom>
          <a:solidFill>
            <a:srgbClr val="95A5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Load Alerts</a:t>
            </a:r>
          </a:p>
        </p:txBody>
      </p:sp>
      <p:sp>
        <p:nvSpPr>
          <p:cNvPr id="207" name="Rounded Rectangle 206">
            <a:extLst>
              <a:ext uri="{FF2B5EF4-FFF2-40B4-BE49-F238E27FC236}">
                <a16:creationId xmlns:a16="http://schemas.microsoft.com/office/drawing/2014/main" id="{DF5239F9-74BB-9E87-28C1-BF09C12E41F3}"/>
              </a:ext>
            </a:extLst>
          </p:cNvPr>
          <p:cNvSpPr/>
          <p:nvPr/>
        </p:nvSpPr>
        <p:spPr>
          <a:xfrm>
            <a:off x="618798" y="5671929"/>
            <a:ext cx="1820392" cy="406576"/>
          </a:xfrm>
          <a:prstGeom prst="roundRect">
            <a:avLst/>
          </a:prstGeom>
          <a:solidFill>
            <a:srgbClr val="95A5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Task Reminders</a:t>
            </a:r>
          </a:p>
        </p:txBody>
      </p:sp>
      <p:pic>
        <p:nvPicPr>
          <p:cNvPr id="210" name="Image 15" descr="preencoded.png">
            <a:extLst>
              <a:ext uri="{FF2B5EF4-FFF2-40B4-BE49-F238E27FC236}">
                <a16:creationId xmlns:a16="http://schemas.microsoft.com/office/drawing/2014/main" id="{344B62C6-97C3-BA07-EBF3-11E272F46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4195" y="3982577"/>
            <a:ext cx="2200988" cy="2303814"/>
          </a:xfrm>
          <a:prstGeom prst="rect">
            <a:avLst/>
          </a:prstGeom>
        </p:spPr>
      </p:pic>
      <p:pic>
        <p:nvPicPr>
          <p:cNvPr id="211" name="Image 15" descr="preencoded.png">
            <a:extLst>
              <a:ext uri="{FF2B5EF4-FFF2-40B4-BE49-F238E27FC236}">
                <a16:creationId xmlns:a16="http://schemas.microsoft.com/office/drawing/2014/main" id="{DECEE453-20C2-70FD-1A74-7460EF02A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880" y="3988346"/>
            <a:ext cx="2200988" cy="2303814"/>
          </a:xfrm>
          <a:prstGeom prst="rect">
            <a:avLst/>
          </a:prstGeom>
        </p:spPr>
      </p:pic>
      <p:pic>
        <p:nvPicPr>
          <p:cNvPr id="212" name="Image 15" descr="preencoded.png">
            <a:extLst>
              <a:ext uri="{FF2B5EF4-FFF2-40B4-BE49-F238E27FC236}">
                <a16:creationId xmlns:a16="http://schemas.microsoft.com/office/drawing/2014/main" id="{3967A72F-49D4-5E01-03D3-EC2BD22CB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565" y="3992445"/>
            <a:ext cx="2200988" cy="2303814"/>
          </a:xfrm>
          <a:prstGeom prst="rect">
            <a:avLst/>
          </a:prstGeom>
        </p:spPr>
      </p:pic>
      <p:sp>
        <p:nvSpPr>
          <p:cNvPr id="213" name="Text 11">
            <a:extLst>
              <a:ext uri="{FF2B5EF4-FFF2-40B4-BE49-F238E27FC236}">
                <a16:creationId xmlns:a16="http://schemas.microsoft.com/office/drawing/2014/main" id="{D909E4B8-CBB7-9FC1-5B80-B29DE1391EAF}"/>
              </a:ext>
            </a:extLst>
          </p:cNvPr>
          <p:cNvSpPr/>
          <p:nvPr/>
        </p:nvSpPr>
        <p:spPr>
          <a:xfrm>
            <a:off x="4008493" y="4206599"/>
            <a:ext cx="20179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lang="en-US" sz="1500" dirty="0">
                <a:solidFill>
                  <a:sysClr val="windowText" lastClr="000000"/>
                </a:solidFill>
              </a:rPr>
              <a:t>Workload Analyzer</a:t>
            </a:r>
          </a:p>
        </p:txBody>
      </p:sp>
      <p:pic>
        <p:nvPicPr>
          <p:cNvPr id="214" name="Image 17" descr="preencoded.png">
            <a:extLst>
              <a:ext uri="{FF2B5EF4-FFF2-40B4-BE49-F238E27FC236}">
                <a16:creationId xmlns:a16="http://schemas.microsoft.com/office/drawing/2014/main" id="{03018647-8450-FEAE-9841-522392BCC8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505" y="4184980"/>
            <a:ext cx="188890" cy="251853"/>
          </a:xfrm>
          <a:prstGeom prst="rect">
            <a:avLst/>
          </a:prstGeom>
        </p:spPr>
      </p:pic>
      <p:sp>
        <p:nvSpPr>
          <p:cNvPr id="215" name="Text 11">
            <a:extLst>
              <a:ext uri="{FF2B5EF4-FFF2-40B4-BE49-F238E27FC236}">
                <a16:creationId xmlns:a16="http://schemas.microsoft.com/office/drawing/2014/main" id="{37DED318-00B0-AF7C-6B3B-AA6D2149B1D4}"/>
              </a:ext>
            </a:extLst>
          </p:cNvPr>
          <p:cNvSpPr/>
          <p:nvPr/>
        </p:nvSpPr>
        <p:spPr>
          <a:xfrm>
            <a:off x="7018560" y="4175603"/>
            <a:ext cx="1615118" cy="2415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lang="en-US" sz="1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Suggestions</a:t>
            </a:r>
            <a:endParaRPr lang="en-US" sz="1500" dirty="0">
              <a:solidFill>
                <a:sysClr val="windowText" lastClr="000000"/>
              </a:solidFill>
            </a:endParaRPr>
          </a:p>
        </p:txBody>
      </p:sp>
      <p:sp>
        <p:nvSpPr>
          <p:cNvPr id="217" name="Text 11">
            <a:extLst>
              <a:ext uri="{FF2B5EF4-FFF2-40B4-BE49-F238E27FC236}">
                <a16:creationId xmlns:a16="http://schemas.microsoft.com/office/drawing/2014/main" id="{7A4C921F-44BB-6D09-8CDA-1FFED36C7594}"/>
              </a:ext>
            </a:extLst>
          </p:cNvPr>
          <p:cNvSpPr/>
          <p:nvPr/>
        </p:nvSpPr>
        <p:spPr>
          <a:xfrm>
            <a:off x="9952882" y="4155913"/>
            <a:ext cx="153230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lang="en-US" sz="1400" dirty="0">
                <a:solidFill>
                  <a:sysClr val="windowText" lastClr="000000"/>
                </a:solidFill>
              </a:rPr>
              <a:t>Business</a:t>
            </a:r>
            <a:r>
              <a:rPr lang="he-IL" sz="1400" dirty="0">
                <a:solidFill>
                  <a:sysClr val="windowText" lastClr="000000"/>
                </a:solidFill>
              </a:rPr>
              <a:t> </a:t>
            </a:r>
            <a:r>
              <a:rPr lang="en-US" sz="1400" dirty="0">
                <a:solidFill>
                  <a:sysClr val="windowText" lastClr="000000"/>
                </a:solidFill>
              </a:rPr>
              <a:t>modules</a:t>
            </a:r>
          </a:p>
        </p:txBody>
      </p:sp>
      <p:pic>
        <p:nvPicPr>
          <p:cNvPr id="224" name="Image 5" descr="preencoded.png">
            <a:extLst>
              <a:ext uri="{FF2B5EF4-FFF2-40B4-BE49-F238E27FC236}">
                <a16:creationId xmlns:a16="http://schemas.microsoft.com/office/drawing/2014/main" id="{0C447D4A-044C-F211-C336-6A2B5BE199D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88653" y="4191168"/>
            <a:ext cx="215728" cy="215728"/>
          </a:xfrm>
          <a:prstGeom prst="rect">
            <a:avLst/>
          </a:prstGeom>
        </p:spPr>
      </p:pic>
      <p:sp>
        <p:nvSpPr>
          <p:cNvPr id="225" name="Rounded Rectangle 224">
            <a:extLst>
              <a:ext uri="{FF2B5EF4-FFF2-40B4-BE49-F238E27FC236}">
                <a16:creationId xmlns:a16="http://schemas.microsoft.com/office/drawing/2014/main" id="{DD6C72E3-1B92-57ED-5466-5F75EA4EB7D0}"/>
              </a:ext>
            </a:extLst>
          </p:cNvPr>
          <p:cNvSpPr/>
          <p:nvPr/>
        </p:nvSpPr>
        <p:spPr>
          <a:xfrm>
            <a:off x="3561113" y="4658850"/>
            <a:ext cx="1820392" cy="406576"/>
          </a:xfrm>
          <a:prstGeom prst="roundRect">
            <a:avLst/>
          </a:prstGeom>
          <a:solidFill>
            <a:srgbClr val="95A5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Load Graph</a:t>
            </a:r>
          </a:p>
        </p:txBody>
      </p:sp>
      <p:sp>
        <p:nvSpPr>
          <p:cNvPr id="226" name="Rounded Rectangle 225">
            <a:extLst>
              <a:ext uri="{FF2B5EF4-FFF2-40B4-BE49-F238E27FC236}">
                <a16:creationId xmlns:a16="http://schemas.microsoft.com/office/drawing/2014/main" id="{4DF69886-2D83-0E11-AB75-BECE15B28A78}"/>
              </a:ext>
            </a:extLst>
          </p:cNvPr>
          <p:cNvSpPr/>
          <p:nvPr/>
        </p:nvSpPr>
        <p:spPr>
          <a:xfrm>
            <a:off x="3561113" y="5148704"/>
            <a:ext cx="1820392" cy="406576"/>
          </a:xfrm>
          <a:prstGeom prst="roundRect">
            <a:avLst/>
          </a:prstGeom>
          <a:solidFill>
            <a:srgbClr val="95A5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Overload Detection</a:t>
            </a:r>
          </a:p>
        </p:txBody>
      </p:sp>
      <p:sp>
        <p:nvSpPr>
          <p:cNvPr id="227" name="Rounded Rectangle 226">
            <a:extLst>
              <a:ext uri="{FF2B5EF4-FFF2-40B4-BE49-F238E27FC236}">
                <a16:creationId xmlns:a16="http://schemas.microsoft.com/office/drawing/2014/main" id="{005FCDAF-F723-1C2B-C1B0-6B2D04C2A422}"/>
              </a:ext>
            </a:extLst>
          </p:cNvPr>
          <p:cNvSpPr/>
          <p:nvPr/>
        </p:nvSpPr>
        <p:spPr>
          <a:xfrm>
            <a:off x="3561113" y="5657148"/>
            <a:ext cx="1820392" cy="406576"/>
          </a:xfrm>
          <a:prstGeom prst="roundRect">
            <a:avLst/>
          </a:prstGeom>
          <a:solidFill>
            <a:srgbClr val="95A5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Balancing</a:t>
            </a:r>
          </a:p>
        </p:txBody>
      </p:sp>
      <p:sp>
        <p:nvSpPr>
          <p:cNvPr id="228" name="Rounded Rectangle 227">
            <a:extLst>
              <a:ext uri="{FF2B5EF4-FFF2-40B4-BE49-F238E27FC236}">
                <a16:creationId xmlns:a16="http://schemas.microsoft.com/office/drawing/2014/main" id="{03131FF3-1AA1-E97E-3A4F-C61ADFD6D950}"/>
              </a:ext>
            </a:extLst>
          </p:cNvPr>
          <p:cNvSpPr/>
          <p:nvPr/>
        </p:nvSpPr>
        <p:spPr>
          <a:xfrm>
            <a:off x="6516680" y="4658850"/>
            <a:ext cx="1820392" cy="406576"/>
          </a:xfrm>
          <a:prstGeom prst="roundRect">
            <a:avLst/>
          </a:prstGeom>
          <a:solidFill>
            <a:srgbClr val="95A5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Next Task</a:t>
            </a:r>
          </a:p>
        </p:txBody>
      </p:sp>
      <p:sp>
        <p:nvSpPr>
          <p:cNvPr id="229" name="Rounded Rectangle 228">
            <a:extLst>
              <a:ext uri="{FF2B5EF4-FFF2-40B4-BE49-F238E27FC236}">
                <a16:creationId xmlns:a16="http://schemas.microsoft.com/office/drawing/2014/main" id="{887D1179-D25A-A1B4-9585-84870DA8FF0C}"/>
              </a:ext>
            </a:extLst>
          </p:cNvPr>
          <p:cNvSpPr/>
          <p:nvPr/>
        </p:nvSpPr>
        <p:spPr>
          <a:xfrm>
            <a:off x="6516680" y="5163943"/>
            <a:ext cx="1820392" cy="406576"/>
          </a:xfrm>
          <a:prstGeom prst="roundRect">
            <a:avLst/>
          </a:prstGeom>
          <a:solidFill>
            <a:srgbClr val="95A5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Weekly Suggestions</a:t>
            </a:r>
          </a:p>
        </p:txBody>
      </p:sp>
      <p:sp>
        <p:nvSpPr>
          <p:cNvPr id="230" name="Rounded Rectangle 229">
            <a:extLst>
              <a:ext uri="{FF2B5EF4-FFF2-40B4-BE49-F238E27FC236}">
                <a16:creationId xmlns:a16="http://schemas.microsoft.com/office/drawing/2014/main" id="{8B995641-3A18-C422-69BD-B270EC8F4FC9}"/>
              </a:ext>
            </a:extLst>
          </p:cNvPr>
          <p:cNvSpPr/>
          <p:nvPr/>
        </p:nvSpPr>
        <p:spPr>
          <a:xfrm>
            <a:off x="6516680" y="5695044"/>
            <a:ext cx="1820392" cy="406576"/>
          </a:xfrm>
          <a:prstGeom prst="roundRect">
            <a:avLst/>
          </a:prstGeom>
          <a:solidFill>
            <a:srgbClr val="95A5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Task Breakdown</a:t>
            </a:r>
          </a:p>
        </p:txBody>
      </p:sp>
      <p:sp>
        <p:nvSpPr>
          <p:cNvPr id="231" name="Rounded Rectangle 230">
            <a:extLst>
              <a:ext uri="{FF2B5EF4-FFF2-40B4-BE49-F238E27FC236}">
                <a16:creationId xmlns:a16="http://schemas.microsoft.com/office/drawing/2014/main" id="{97F7D587-88D7-A2F7-2EF0-47AC2CA1BB8B}"/>
              </a:ext>
            </a:extLst>
          </p:cNvPr>
          <p:cNvSpPr/>
          <p:nvPr/>
        </p:nvSpPr>
        <p:spPr>
          <a:xfrm>
            <a:off x="9474272" y="4642026"/>
            <a:ext cx="1820392" cy="406576"/>
          </a:xfrm>
          <a:prstGeom prst="roundRect">
            <a:avLst/>
          </a:prstGeom>
          <a:solidFill>
            <a:srgbClr val="95A5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lang="en-US" sz="1200" dirty="0"/>
              <a:t>Institution Dashboard</a:t>
            </a:r>
          </a:p>
        </p:txBody>
      </p:sp>
      <p:sp>
        <p:nvSpPr>
          <p:cNvPr id="232" name="Rounded Rectangle 231">
            <a:extLst>
              <a:ext uri="{FF2B5EF4-FFF2-40B4-BE49-F238E27FC236}">
                <a16:creationId xmlns:a16="http://schemas.microsoft.com/office/drawing/2014/main" id="{A13F1094-F9C3-68D8-0D6D-48847E411120}"/>
              </a:ext>
            </a:extLst>
          </p:cNvPr>
          <p:cNvSpPr/>
          <p:nvPr/>
        </p:nvSpPr>
        <p:spPr>
          <a:xfrm>
            <a:off x="9474272" y="5147119"/>
            <a:ext cx="1820392" cy="406576"/>
          </a:xfrm>
          <a:prstGeom prst="roundRect">
            <a:avLst/>
          </a:prstGeom>
          <a:solidFill>
            <a:srgbClr val="95A5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lang="en-US" sz="1400" dirty="0"/>
              <a:t>Instructor View</a:t>
            </a:r>
          </a:p>
        </p:txBody>
      </p:sp>
      <p:sp>
        <p:nvSpPr>
          <p:cNvPr id="233" name="Rounded Rectangle 232">
            <a:extLst>
              <a:ext uri="{FF2B5EF4-FFF2-40B4-BE49-F238E27FC236}">
                <a16:creationId xmlns:a16="http://schemas.microsoft.com/office/drawing/2014/main" id="{8E27B36E-C772-2173-8F50-5F3A805F4B8E}"/>
              </a:ext>
            </a:extLst>
          </p:cNvPr>
          <p:cNvSpPr/>
          <p:nvPr/>
        </p:nvSpPr>
        <p:spPr>
          <a:xfrm>
            <a:off x="9474272" y="5678220"/>
            <a:ext cx="1820392" cy="406576"/>
          </a:xfrm>
          <a:prstGeom prst="roundRect">
            <a:avLst/>
          </a:prstGeom>
          <a:solidFill>
            <a:srgbClr val="95A5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Course Load</a:t>
            </a:r>
            <a:endParaRPr dirty="0"/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1B62D04D-FB9D-16D9-524B-A01D78871F1F}"/>
              </a:ext>
            </a:extLst>
          </p:cNvPr>
          <p:cNvGrpSpPr/>
          <p:nvPr/>
        </p:nvGrpSpPr>
        <p:grpSpPr>
          <a:xfrm>
            <a:off x="3498210" y="4107489"/>
            <a:ext cx="456859" cy="438841"/>
            <a:chOff x="4521101" y="4486275"/>
            <a:chExt cx="571500" cy="571500"/>
          </a:xfrm>
        </p:grpSpPr>
        <p:pic>
          <p:nvPicPr>
            <p:cNvPr id="234" name="Image 16" descr="preencoded.png">
              <a:extLst>
                <a:ext uri="{FF2B5EF4-FFF2-40B4-BE49-F238E27FC236}">
                  <a16:creationId xmlns:a16="http://schemas.microsoft.com/office/drawing/2014/main" id="{06C17DD7-EE2F-54EB-C60D-64D2F140DF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521101" y="4486275"/>
              <a:ext cx="571500" cy="571500"/>
            </a:xfrm>
            <a:prstGeom prst="rect">
              <a:avLst/>
            </a:prstGeom>
          </p:spPr>
        </p:pic>
        <p:pic>
          <p:nvPicPr>
            <p:cNvPr id="235" name="Image 17" descr="preencoded.png">
              <a:extLst>
                <a:ext uri="{FF2B5EF4-FFF2-40B4-BE49-F238E27FC236}">
                  <a16:creationId xmlns:a16="http://schemas.microsoft.com/office/drawing/2014/main" id="{193953C6-3A43-8604-ECBC-7116DFD3FA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92551" y="4619625"/>
              <a:ext cx="228600" cy="304800"/>
            </a:xfrm>
            <a:prstGeom prst="rect">
              <a:avLst/>
            </a:prstGeom>
          </p:spPr>
        </p:pic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814C184C-5F6A-EB2E-0CC8-6CB1622DD338}"/>
              </a:ext>
            </a:extLst>
          </p:cNvPr>
          <p:cNvGrpSpPr/>
          <p:nvPr/>
        </p:nvGrpSpPr>
        <p:grpSpPr>
          <a:xfrm>
            <a:off x="6397496" y="4083369"/>
            <a:ext cx="475418" cy="460127"/>
            <a:chOff x="8242250" y="4486275"/>
            <a:chExt cx="571500" cy="571500"/>
          </a:xfrm>
        </p:grpSpPr>
        <p:pic>
          <p:nvPicPr>
            <p:cNvPr id="237" name="Image 19" descr="preencoded.png">
              <a:extLst>
                <a:ext uri="{FF2B5EF4-FFF2-40B4-BE49-F238E27FC236}">
                  <a16:creationId xmlns:a16="http://schemas.microsoft.com/office/drawing/2014/main" id="{45C19245-2244-EFE6-AD97-D5D7E874F2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242250" y="4486275"/>
              <a:ext cx="571500" cy="571500"/>
            </a:xfrm>
            <a:prstGeom prst="rect">
              <a:avLst/>
            </a:prstGeom>
          </p:spPr>
        </p:pic>
        <p:pic>
          <p:nvPicPr>
            <p:cNvPr id="238" name="Image 20" descr="preencoded.png">
              <a:extLst>
                <a:ext uri="{FF2B5EF4-FFF2-40B4-BE49-F238E27FC236}">
                  <a16:creationId xmlns:a16="http://schemas.microsoft.com/office/drawing/2014/main" id="{059EF588-1DE2-8B43-AF46-1B0ADE934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8442275" y="4619625"/>
              <a:ext cx="171450" cy="304800"/>
            </a:xfrm>
            <a:prstGeom prst="rect">
              <a:avLst/>
            </a:prstGeom>
          </p:spPr>
        </p:pic>
      </p:grpSp>
      <p:sp>
        <p:nvSpPr>
          <p:cNvPr id="240" name="Oval 239">
            <a:extLst>
              <a:ext uri="{FF2B5EF4-FFF2-40B4-BE49-F238E27FC236}">
                <a16:creationId xmlns:a16="http://schemas.microsoft.com/office/drawing/2014/main" id="{3876E86B-45FB-0FBA-E7B2-5A31A7EA5B4B}"/>
              </a:ext>
            </a:extLst>
          </p:cNvPr>
          <p:cNvSpPr/>
          <p:nvPr/>
        </p:nvSpPr>
        <p:spPr>
          <a:xfrm>
            <a:off x="9411400" y="4068032"/>
            <a:ext cx="419470" cy="44246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pic>
        <p:nvPicPr>
          <p:cNvPr id="241" name="Image 11" descr="preencoded.png">
            <a:extLst>
              <a:ext uri="{FF2B5EF4-FFF2-40B4-BE49-F238E27FC236}">
                <a16:creationId xmlns:a16="http://schemas.microsoft.com/office/drawing/2014/main" id="{118B8347-45E7-1B82-8073-04EDA2AE895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89256" y="4078204"/>
            <a:ext cx="259264" cy="403300"/>
          </a:xfrm>
          <a:prstGeom prst="rect">
            <a:avLst/>
          </a:prstGeom>
        </p:spPr>
      </p:pic>
      <p:cxnSp>
        <p:nvCxnSpPr>
          <p:cNvPr id="243" name="Elbow Connector 242">
            <a:extLst>
              <a:ext uri="{FF2B5EF4-FFF2-40B4-BE49-F238E27FC236}">
                <a16:creationId xmlns:a16="http://schemas.microsoft.com/office/drawing/2014/main" id="{D2CD46C5-815A-4920-8619-7FB904EFA08E}"/>
              </a:ext>
            </a:extLst>
          </p:cNvPr>
          <p:cNvCxnSpPr>
            <a:cxnSpLocks/>
          </p:cNvCxnSpPr>
          <p:nvPr/>
        </p:nvCxnSpPr>
        <p:spPr>
          <a:xfrm>
            <a:off x="257697" y="992356"/>
            <a:ext cx="8514344" cy="2805450"/>
          </a:xfrm>
          <a:prstGeom prst="bentConnector3">
            <a:avLst>
              <a:gd name="adj1" fmla="val 136098"/>
            </a:avLst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Elbow Connector 247">
            <a:extLst>
              <a:ext uri="{FF2B5EF4-FFF2-40B4-BE49-F238E27FC236}">
                <a16:creationId xmlns:a16="http://schemas.microsoft.com/office/drawing/2014/main" id="{2D5AAF11-0895-1691-C1E2-C5354E67255D}"/>
              </a:ext>
            </a:extLst>
          </p:cNvPr>
          <p:cNvCxnSpPr>
            <a:cxnSpLocks/>
          </p:cNvCxnSpPr>
          <p:nvPr/>
        </p:nvCxnSpPr>
        <p:spPr>
          <a:xfrm>
            <a:off x="297368" y="994312"/>
            <a:ext cx="8527927" cy="5576969"/>
          </a:xfrm>
          <a:prstGeom prst="bentConnector3">
            <a:avLst>
              <a:gd name="adj1" fmla="val -1976"/>
            </a:avLst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6C9FDD9F-0F03-6A49-5CD4-727EFAF02880}"/>
              </a:ext>
            </a:extLst>
          </p:cNvPr>
          <p:cNvCxnSpPr/>
          <p:nvPr/>
        </p:nvCxnSpPr>
        <p:spPr>
          <a:xfrm>
            <a:off x="8772041" y="3782796"/>
            <a:ext cx="0" cy="278848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048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09700"/>
            <a:ext cx="1219200" cy="38100"/>
          </a:xfrm>
          <a:prstGeom prst="rect">
            <a:avLst/>
          </a:prstGeom>
        </p:spPr>
      </p:pic>
      <p:sp>
        <p:nvSpPr>
          <p:cNvPr id="15" name="Text 1"/>
          <p:cNvSpPr/>
          <p:nvPr/>
        </p:nvSpPr>
        <p:spPr>
          <a:xfrm>
            <a:off x="609600" y="9144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800" b="1" dirty="0">
                <a:solidFill>
                  <a:sysClr val="windowText" lastClr="000000"/>
                </a:solidFill>
              </a:rPr>
              <a:t>Login &amp; Sync</a:t>
            </a: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Module</a:t>
            </a:r>
            <a:endParaRPr lang="en-US" sz="2700" dirty="0"/>
          </a:p>
        </p:txBody>
      </p:sp>
      <p:sp>
        <p:nvSpPr>
          <p:cNvPr id="16" name="Text 2"/>
          <p:cNvSpPr/>
          <p:nvPr/>
        </p:nvSpPr>
        <p:spPr>
          <a:xfrm>
            <a:off x="609600" y="1752600"/>
            <a:ext cx="518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Features</a:t>
            </a:r>
            <a:endParaRPr lang="en-US" sz="1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895BDF3-78CB-973E-94E9-D3444D0631D5}"/>
              </a:ext>
            </a:extLst>
          </p:cNvPr>
          <p:cNvGrpSpPr/>
          <p:nvPr/>
        </p:nvGrpSpPr>
        <p:grpSpPr>
          <a:xfrm>
            <a:off x="609600" y="2286000"/>
            <a:ext cx="6220968" cy="2743200"/>
            <a:chOff x="609600" y="2286000"/>
            <a:chExt cx="5206305" cy="2286000"/>
          </a:xfrm>
        </p:grpSpPr>
        <p:pic>
          <p:nvPicPr>
            <p:cNvPr id="4" name="Image 2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" y="2324100"/>
              <a:ext cx="381000" cy="381000"/>
            </a:xfrm>
            <a:prstGeom prst="rect">
              <a:avLst/>
            </a:prstGeom>
          </p:spPr>
        </p:pic>
        <p:pic>
          <p:nvPicPr>
            <p:cNvPr id="6" name="Image 4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600" y="2933700"/>
              <a:ext cx="381000" cy="381000"/>
            </a:xfrm>
            <a:prstGeom prst="rect">
              <a:avLst/>
            </a:prstGeom>
          </p:spPr>
        </p:pic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9600" y="3543300"/>
              <a:ext cx="381000" cy="381000"/>
            </a:xfrm>
            <a:prstGeom prst="rect">
              <a:avLst/>
            </a:prstGeom>
          </p:spPr>
        </p:pic>
        <p:pic>
          <p:nvPicPr>
            <p:cNvPr id="10" name="Image 8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09600" y="4152900"/>
              <a:ext cx="381000" cy="381000"/>
            </a:xfrm>
            <a:prstGeom prst="rect">
              <a:avLst/>
            </a:prstGeom>
          </p:spPr>
        </p:pic>
        <p:sp>
          <p:nvSpPr>
            <p:cNvPr id="17" name="Text 3"/>
            <p:cNvSpPr/>
            <p:nvPr/>
          </p:nvSpPr>
          <p:spPr>
            <a:xfrm>
              <a:off x="1143000" y="2286000"/>
              <a:ext cx="3894088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>
                <a:lnSpc>
                  <a:spcPts val="1800"/>
                </a:lnSpc>
              </a:pPr>
              <a:r>
                <a:rPr lang="en-US" sz="1400" b="1" dirty="0"/>
                <a:t>Multiple Login Options</a:t>
              </a:r>
            </a:p>
          </p:txBody>
        </p:sp>
        <p:sp>
          <p:nvSpPr>
            <p:cNvPr id="18" name="Text 4"/>
            <p:cNvSpPr/>
            <p:nvPr/>
          </p:nvSpPr>
          <p:spPr>
            <a:xfrm>
              <a:off x="1143000" y="2514600"/>
              <a:ext cx="4672905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r>
                <a:rPr lang="en-US" sz="1400" dirty="0"/>
                <a:t>Support secure login via email &amp; password, Google account, or academic LMS login (future option).</a:t>
              </a:r>
            </a:p>
          </p:txBody>
        </p:sp>
        <p:sp>
          <p:nvSpPr>
            <p:cNvPr id="19" name="Text 5"/>
            <p:cNvSpPr/>
            <p:nvPr/>
          </p:nvSpPr>
          <p:spPr>
            <a:xfrm>
              <a:off x="1143000" y="2895600"/>
              <a:ext cx="384051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>
                <a:lnSpc>
                  <a:spcPts val="1800"/>
                </a:lnSpc>
              </a:pPr>
              <a:r>
                <a:rPr lang="en-US" sz="1400" b="1" dirty="0"/>
                <a:t>Data Security &amp; Privacy</a:t>
              </a:r>
            </a:p>
          </p:txBody>
        </p:sp>
        <p:sp>
          <p:nvSpPr>
            <p:cNvPr id="20" name="Text 6"/>
            <p:cNvSpPr/>
            <p:nvPr/>
          </p:nvSpPr>
          <p:spPr>
            <a:xfrm>
              <a:off x="1143000" y="3124200"/>
              <a:ext cx="4608612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r>
                <a:rPr lang="en-US" sz="1400" dirty="0"/>
                <a:t>All user data is stored securely with encryption and protected access permissions.</a:t>
              </a:r>
            </a:p>
          </p:txBody>
        </p:sp>
        <p:sp>
          <p:nvSpPr>
            <p:cNvPr id="21" name="Text 7"/>
            <p:cNvSpPr/>
            <p:nvPr/>
          </p:nvSpPr>
          <p:spPr>
            <a:xfrm>
              <a:off x="1143000" y="3505200"/>
              <a:ext cx="3726656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>
                <a:lnSpc>
                  <a:spcPts val="1800"/>
                </a:lnSpc>
              </a:pPr>
              <a:r>
                <a:rPr lang="en-US" sz="1400" b="1" dirty="0"/>
                <a:t>Calendar Integration</a:t>
              </a:r>
            </a:p>
          </p:txBody>
        </p:sp>
        <p:sp>
          <p:nvSpPr>
            <p:cNvPr id="22" name="Text 8"/>
            <p:cNvSpPr/>
            <p:nvPr/>
          </p:nvSpPr>
          <p:spPr>
            <a:xfrm>
              <a:off x="1143000" y="3733800"/>
              <a:ext cx="4471988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r>
                <a:rPr lang="en-US" sz="1400" dirty="0"/>
                <a:t>Sync external calendars (Google) to automatically import events and study times.</a:t>
              </a:r>
            </a:p>
          </p:txBody>
        </p:sp>
        <p:sp>
          <p:nvSpPr>
            <p:cNvPr id="23" name="Text 9"/>
            <p:cNvSpPr/>
            <p:nvPr/>
          </p:nvSpPr>
          <p:spPr>
            <a:xfrm>
              <a:off x="1143000" y="4114800"/>
              <a:ext cx="3805833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>
                <a:lnSpc>
                  <a:spcPts val="1800"/>
                </a:lnSpc>
              </a:pPr>
              <a:r>
                <a:rPr lang="en-US" sz="1400" b="1" dirty="0"/>
                <a:t>Account Setup &amp; Personal Preferences</a:t>
              </a:r>
            </a:p>
          </p:txBody>
        </p:sp>
        <p:sp>
          <p:nvSpPr>
            <p:cNvPr id="24" name="Text 10"/>
            <p:cNvSpPr/>
            <p:nvPr/>
          </p:nvSpPr>
          <p:spPr>
            <a:xfrm>
              <a:off x="1143000" y="4343400"/>
              <a:ext cx="3805833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r>
                <a:rPr lang="en-US" sz="1400" dirty="0"/>
                <a:t>Users can configure their study preferences such as availability, and language.</a:t>
              </a:r>
            </a:p>
          </p:txBody>
        </p:sp>
        <p:pic>
          <p:nvPicPr>
            <p:cNvPr id="31" name="Image 4" descr="preencoded.png">
              <a:extLst>
                <a:ext uri="{FF2B5EF4-FFF2-40B4-BE49-F238E27FC236}">
                  <a16:creationId xmlns:a16="http://schemas.microsoft.com/office/drawing/2014/main" id="{9B4AF75E-AC82-4E71-5845-6626C8E7C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7008" y="2417088"/>
              <a:ext cx="133350" cy="152400"/>
            </a:xfrm>
            <a:prstGeom prst="rect">
              <a:avLst/>
            </a:prstGeom>
          </p:spPr>
        </p:pic>
        <p:pic>
          <p:nvPicPr>
            <p:cNvPr id="32" name="Image 13" descr="preencoded.png">
              <a:extLst>
                <a:ext uri="{FF2B5EF4-FFF2-40B4-BE49-F238E27FC236}">
                  <a16:creationId xmlns:a16="http://schemas.microsoft.com/office/drawing/2014/main" id="{9C42B3C4-DE2B-6CD2-CEFF-98CBC6FB160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13931" y="3048002"/>
              <a:ext cx="190500" cy="152400"/>
            </a:xfrm>
            <a:prstGeom prst="rect">
              <a:avLst/>
            </a:prstGeom>
          </p:spPr>
        </p:pic>
        <p:pic>
          <p:nvPicPr>
            <p:cNvPr id="33" name="Image 6" descr="preencoded.png">
              <a:extLst>
                <a:ext uri="{FF2B5EF4-FFF2-40B4-BE49-F238E27FC236}">
                  <a16:creationId xmlns:a16="http://schemas.microsoft.com/office/drawing/2014/main" id="{AB22B5F5-185B-FBA6-C3A5-547321DA3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06301" y="3624726"/>
              <a:ext cx="188762" cy="215728"/>
            </a:xfrm>
            <a:prstGeom prst="rect">
              <a:avLst/>
            </a:prstGeom>
          </p:spPr>
        </p:pic>
        <p:pic>
          <p:nvPicPr>
            <p:cNvPr id="34" name="Image 5" descr="preencoded.png">
              <a:extLst>
                <a:ext uri="{FF2B5EF4-FFF2-40B4-BE49-F238E27FC236}">
                  <a16:creationId xmlns:a16="http://schemas.microsoft.com/office/drawing/2014/main" id="{9229BCAC-6370-F56D-8C20-332449A437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35846" y="4265265"/>
              <a:ext cx="152400" cy="152400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411EF45-9C13-A862-FB03-E914736E4A8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72400" y="7809"/>
            <a:ext cx="3810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9397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11635-BDA9-211B-357F-F2086E4D8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050A1E39-F841-7EAD-0E62-A1C1A204E442}"/>
              </a:ext>
            </a:extLst>
          </p:cNvPr>
          <p:cNvGrpSpPr/>
          <p:nvPr/>
        </p:nvGrpSpPr>
        <p:grpSpPr>
          <a:xfrm>
            <a:off x="3889" y="0"/>
            <a:ext cx="3810000" cy="6858000"/>
            <a:chOff x="4191000" y="0"/>
            <a:chExt cx="3810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D5209E1-5F46-C0B9-AA35-1D2657B50F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91000" y="0"/>
              <a:ext cx="3810000" cy="6858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4B1888A-AC54-56D9-A83F-DA059A794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71279" y="89210"/>
              <a:ext cx="3536726" cy="342900"/>
            </a:xfrm>
            <a:prstGeom prst="rect">
              <a:avLst/>
            </a:prstGeom>
          </p:spPr>
        </p:pic>
      </p:grpSp>
      <p:pic>
        <p:nvPicPr>
          <p:cNvPr id="73" name="Image 1" descr="preencoded.png">
            <a:extLst>
              <a:ext uri="{FF2B5EF4-FFF2-40B4-BE49-F238E27FC236}">
                <a16:creationId xmlns:a16="http://schemas.microsoft.com/office/drawing/2014/main" id="{0441535D-C5DB-F8C7-39FE-3DF5751F66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802" y="483220"/>
            <a:ext cx="914400" cy="38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0FD716-B755-BCF7-7A04-23D209E21D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6173" y="-8226"/>
            <a:ext cx="3810000" cy="68580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227F4977-7D57-EC4D-E2C7-B53AF6BB209D}"/>
              </a:ext>
            </a:extLst>
          </p:cNvPr>
          <p:cNvGrpSpPr/>
          <p:nvPr/>
        </p:nvGrpSpPr>
        <p:grpSpPr>
          <a:xfrm>
            <a:off x="3988457" y="-8226"/>
            <a:ext cx="3810000" cy="6858000"/>
            <a:chOff x="3580368" y="0"/>
            <a:chExt cx="3810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01E7FDD-EC6D-D00C-0806-CDAC8B1DC5C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580368" y="0"/>
              <a:ext cx="3810000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D25317C-A778-39F0-9AC8-AE3169DA33F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03635" y="55755"/>
              <a:ext cx="3775581" cy="1843109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FE4998AB-6F90-06C0-1211-EE8875068B2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8018" y="-47529"/>
            <a:ext cx="3810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C12B12-0F24-C728-CC31-41E39E2B107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0" y="-8226"/>
            <a:ext cx="3810000" cy="6858000"/>
          </a:xfrm>
          <a:prstGeom prst="rect">
            <a:avLst/>
          </a:prstGeom>
        </p:spPr>
      </p:pic>
      <p:sp>
        <p:nvSpPr>
          <p:cNvPr id="64" name="Text 1">
            <a:extLst>
              <a:ext uri="{FF2B5EF4-FFF2-40B4-BE49-F238E27FC236}">
                <a16:creationId xmlns:a16="http://schemas.microsoft.com/office/drawing/2014/main" id="{15A6AA77-D5D3-EA0A-4107-8BEFAFB8C7BF}"/>
              </a:ext>
            </a:extLst>
          </p:cNvPr>
          <p:cNvSpPr/>
          <p:nvPr/>
        </p:nvSpPr>
        <p:spPr>
          <a:xfrm>
            <a:off x="147123" y="89210"/>
            <a:ext cx="283768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Onboarding screen </a:t>
            </a:r>
            <a:endParaRPr lang="he-IL" sz="2700" b="1" dirty="0">
              <a:solidFill>
                <a:srgbClr val="1F2937"/>
              </a:solidFill>
              <a:latin typeface="ui-sans-serif" pitchFamily="34" charset="0"/>
              <a:ea typeface="ui-sans-serif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5291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40D3B-1B28-BBC6-215D-4514BEBEF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6BCC0AC-0039-591C-EFDA-B14160175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267" y="1850"/>
            <a:ext cx="3888557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BFFEF739-A8D9-5ABA-374B-8BA04134CD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409700"/>
            <a:ext cx="1219200" cy="38100"/>
          </a:xfrm>
          <a:prstGeom prst="rect">
            <a:avLst/>
          </a:prstGeom>
        </p:spPr>
      </p:pic>
      <p:sp>
        <p:nvSpPr>
          <p:cNvPr id="15" name="Text 1">
            <a:extLst>
              <a:ext uri="{FF2B5EF4-FFF2-40B4-BE49-F238E27FC236}">
                <a16:creationId xmlns:a16="http://schemas.microsoft.com/office/drawing/2014/main" id="{AB22D0EA-0E1D-2D26-A5FD-7EB7B97AD271}"/>
              </a:ext>
            </a:extLst>
          </p:cNvPr>
          <p:cNvSpPr/>
          <p:nvPr/>
        </p:nvSpPr>
        <p:spPr>
          <a:xfrm>
            <a:off x="609600" y="9144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Dashboard Module</a:t>
            </a:r>
            <a:endParaRPr lang="en-US" sz="27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9C88BBBA-639B-0A03-B3C1-73A1F4197136}"/>
              </a:ext>
            </a:extLst>
          </p:cNvPr>
          <p:cNvSpPr/>
          <p:nvPr/>
        </p:nvSpPr>
        <p:spPr>
          <a:xfrm>
            <a:off x="609600" y="1752600"/>
            <a:ext cx="518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Features</a:t>
            </a:r>
            <a:endParaRPr lang="en-US" sz="1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99679DC-3647-C8EA-FE62-22971FEE38B7}"/>
              </a:ext>
            </a:extLst>
          </p:cNvPr>
          <p:cNvGrpSpPr/>
          <p:nvPr/>
        </p:nvGrpSpPr>
        <p:grpSpPr>
          <a:xfrm>
            <a:off x="609600" y="2286000"/>
            <a:ext cx="6111240" cy="2862072"/>
            <a:chOff x="609600" y="2286000"/>
            <a:chExt cx="5206305" cy="2286000"/>
          </a:xfrm>
        </p:grpSpPr>
        <p:pic>
          <p:nvPicPr>
            <p:cNvPr id="4" name="Image 2" descr="preencoded.png">
              <a:extLst>
                <a:ext uri="{FF2B5EF4-FFF2-40B4-BE49-F238E27FC236}">
                  <a16:creationId xmlns:a16="http://schemas.microsoft.com/office/drawing/2014/main" id="{DD6C8F18-E71C-D651-142B-A0A998F49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600" y="2324100"/>
              <a:ext cx="381000" cy="381000"/>
            </a:xfrm>
            <a:prstGeom prst="rect">
              <a:avLst/>
            </a:prstGeom>
          </p:spPr>
        </p:pic>
        <p:pic>
          <p:nvPicPr>
            <p:cNvPr id="5" name="Image 3" descr="preencoded.png">
              <a:extLst>
                <a:ext uri="{FF2B5EF4-FFF2-40B4-BE49-F238E27FC236}">
                  <a16:creationId xmlns:a16="http://schemas.microsoft.com/office/drawing/2014/main" id="{BC713055-3C52-EBA5-C9C2-9FA1C10C7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3900" y="2438400"/>
              <a:ext cx="152400" cy="152400"/>
            </a:xfrm>
            <a:prstGeom prst="rect">
              <a:avLst/>
            </a:prstGeom>
          </p:spPr>
        </p:pic>
        <p:pic>
          <p:nvPicPr>
            <p:cNvPr id="6" name="Image 4" descr="preencoded.png">
              <a:extLst>
                <a:ext uri="{FF2B5EF4-FFF2-40B4-BE49-F238E27FC236}">
                  <a16:creationId xmlns:a16="http://schemas.microsoft.com/office/drawing/2014/main" id="{E45CD217-F455-D94A-B686-4A35D509851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09600" y="2933700"/>
              <a:ext cx="381000" cy="381000"/>
            </a:xfrm>
            <a:prstGeom prst="rect">
              <a:avLst/>
            </a:prstGeom>
          </p:spPr>
        </p:pic>
        <p:pic>
          <p:nvPicPr>
            <p:cNvPr id="7" name="Image 5" descr="preencoded.png">
              <a:extLst>
                <a:ext uri="{FF2B5EF4-FFF2-40B4-BE49-F238E27FC236}">
                  <a16:creationId xmlns:a16="http://schemas.microsoft.com/office/drawing/2014/main" id="{ADEBAE15-3837-E1A7-6706-F8C1FFBBA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33425" y="3048000"/>
              <a:ext cx="133350" cy="152400"/>
            </a:xfrm>
            <a:prstGeom prst="rect">
              <a:avLst/>
            </a:prstGeom>
          </p:spPr>
        </p:pic>
        <p:pic>
          <p:nvPicPr>
            <p:cNvPr id="8" name="Image 6" descr="preencoded.png">
              <a:extLst>
                <a:ext uri="{FF2B5EF4-FFF2-40B4-BE49-F238E27FC236}">
                  <a16:creationId xmlns:a16="http://schemas.microsoft.com/office/drawing/2014/main" id="{075EAFD0-32A2-CF47-916A-308A2C85136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09600" y="3543300"/>
              <a:ext cx="381000" cy="381000"/>
            </a:xfrm>
            <a:prstGeom prst="rect">
              <a:avLst/>
            </a:prstGeom>
          </p:spPr>
        </p:pic>
        <p:pic>
          <p:nvPicPr>
            <p:cNvPr id="9" name="Image 7" descr="preencoded.png">
              <a:extLst>
                <a:ext uri="{FF2B5EF4-FFF2-40B4-BE49-F238E27FC236}">
                  <a16:creationId xmlns:a16="http://schemas.microsoft.com/office/drawing/2014/main" id="{7693B6EF-5C4B-D912-C013-93461F75D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23900" y="3657600"/>
              <a:ext cx="152400" cy="152400"/>
            </a:xfrm>
            <a:prstGeom prst="rect">
              <a:avLst/>
            </a:prstGeom>
          </p:spPr>
        </p:pic>
        <p:pic>
          <p:nvPicPr>
            <p:cNvPr id="10" name="Image 8" descr="preencoded.png">
              <a:extLst>
                <a:ext uri="{FF2B5EF4-FFF2-40B4-BE49-F238E27FC236}">
                  <a16:creationId xmlns:a16="http://schemas.microsoft.com/office/drawing/2014/main" id="{46FEBD6A-621C-8E8E-A41D-A5D05283C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09600" y="4152900"/>
              <a:ext cx="381000" cy="381000"/>
            </a:xfrm>
            <a:prstGeom prst="rect">
              <a:avLst/>
            </a:prstGeom>
          </p:spPr>
        </p:pic>
        <p:pic>
          <p:nvPicPr>
            <p:cNvPr id="11" name="Image 9" descr="preencoded.png">
              <a:extLst>
                <a:ext uri="{FF2B5EF4-FFF2-40B4-BE49-F238E27FC236}">
                  <a16:creationId xmlns:a16="http://schemas.microsoft.com/office/drawing/2014/main" id="{E71C3DCF-A51C-5297-5E50-98EF0EDDD3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23900" y="4267200"/>
              <a:ext cx="152400" cy="152400"/>
            </a:xfrm>
            <a:prstGeom prst="rect">
              <a:avLst/>
            </a:prstGeom>
          </p:spPr>
        </p:pic>
        <p:sp>
          <p:nvSpPr>
            <p:cNvPr id="17" name="Text 3">
              <a:extLst>
                <a:ext uri="{FF2B5EF4-FFF2-40B4-BE49-F238E27FC236}">
                  <a16:creationId xmlns:a16="http://schemas.microsoft.com/office/drawing/2014/main" id="{79AEB614-6D3A-AFF6-8CEA-BD1184638690}"/>
                </a:ext>
              </a:extLst>
            </p:cNvPr>
            <p:cNvSpPr/>
            <p:nvPr/>
          </p:nvSpPr>
          <p:spPr>
            <a:xfrm>
              <a:off x="1143000" y="2286000"/>
              <a:ext cx="3894088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b="1" dirty="0">
                  <a:solidFill>
                    <a:srgbClr val="1F2937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Progress Overview</a:t>
              </a:r>
              <a:endParaRPr lang="en-US" sz="1400" dirty="0"/>
            </a:p>
          </p:txBody>
        </p:sp>
        <p:sp>
          <p:nvSpPr>
            <p:cNvPr id="18" name="Text 4">
              <a:extLst>
                <a:ext uri="{FF2B5EF4-FFF2-40B4-BE49-F238E27FC236}">
                  <a16:creationId xmlns:a16="http://schemas.microsoft.com/office/drawing/2014/main" id="{0776328B-EF83-7BE1-24E0-6D8DB43E88D4}"/>
                </a:ext>
              </a:extLst>
            </p:cNvPr>
            <p:cNvSpPr/>
            <p:nvPr/>
          </p:nvSpPr>
          <p:spPr>
            <a:xfrm>
              <a:off x="1143000" y="2514600"/>
              <a:ext cx="4672905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dirty="0">
                  <a:solidFill>
                    <a:srgbClr val="4B5563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Visualize your learning progress and achievements</a:t>
              </a:r>
              <a:endParaRPr lang="en-US" sz="1400" dirty="0"/>
            </a:p>
          </p:txBody>
        </p:sp>
        <p:sp>
          <p:nvSpPr>
            <p:cNvPr id="19" name="Text 5">
              <a:extLst>
                <a:ext uri="{FF2B5EF4-FFF2-40B4-BE49-F238E27FC236}">
                  <a16:creationId xmlns:a16="http://schemas.microsoft.com/office/drawing/2014/main" id="{8D542C5D-1422-960C-9BE9-374CBF836E45}"/>
                </a:ext>
              </a:extLst>
            </p:cNvPr>
            <p:cNvSpPr/>
            <p:nvPr/>
          </p:nvSpPr>
          <p:spPr>
            <a:xfrm>
              <a:off x="1143000" y="2895600"/>
              <a:ext cx="384051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b="1" dirty="0">
                  <a:solidFill>
                    <a:srgbClr val="1F2937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Smart Schedule</a:t>
              </a:r>
              <a:endParaRPr lang="en-US" sz="1400" dirty="0"/>
            </a:p>
          </p:txBody>
        </p:sp>
        <p:sp>
          <p:nvSpPr>
            <p:cNvPr id="20" name="Text 6">
              <a:extLst>
                <a:ext uri="{FF2B5EF4-FFF2-40B4-BE49-F238E27FC236}">
                  <a16:creationId xmlns:a16="http://schemas.microsoft.com/office/drawing/2014/main" id="{C9239E8D-EA2C-4046-36D8-832A68120A66}"/>
                </a:ext>
              </a:extLst>
            </p:cNvPr>
            <p:cNvSpPr/>
            <p:nvPr/>
          </p:nvSpPr>
          <p:spPr>
            <a:xfrm>
              <a:off x="1143000" y="3124200"/>
              <a:ext cx="4608612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dirty="0">
                  <a:solidFill>
                    <a:srgbClr val="4B5563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study planning and time management</a:t>
              </a:r>
              <a:endParaRPr lang="en-US" sz="1400" dirty="0"/>
            </a:p>
          </p:txBody>
        </p:sp>
        <p:sp>
          <p:nvSpPr>
            <p:cNvPr id="21" name="Text 7">
              <a:extLst>
                <a:ext uri="{FF2B5EF4-FFF2-40B4-BE49-F238E27FC236}">
                  <a16:creationId xmlns:a16="http://schemas.microsoft.com/office/drawing/2014/main" id="{734A0DEC-AEE3-65DB-CF78-B355BF5C9A25}"/>
                </a:ext>
              </a:extLst>
            </p:cNvPr>
            <p:cNvSpPr/>
            <p:nvPr/>
          </p:nvSpPr>
          <p:spPr>
            <a:xfrm>
              <a:off x="1143000" y="3505200"/>
              <a:ext cx="3726656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b="1" dirty="0">
                  <a:solidFill>
                    <a:srgbClr val="1F2937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Task Prioritization</a:t>
              </a:r>
              <a:endParaRPr lang="en-US" sz="1400" dirty="0"/>
            </a:p>
          </p:txBody>
        </p:sp>
        <p:sp>
          <p:nvSpPr>
            <p:cNvPr id="22" name="Text 8">
              <a:extLst>
                <a:ext uri="{FF2B5EF4-FFF2-40B4-BE49-F238E27FC236}">
                  <a16:creationId xmlns:a16="http://schemas.microsoft.com/office/drawing/2014/main" id="{18355527-BB3E-2714-B7C4-77CE3B726E94}"/>
                </a:ext>
              </a:extLst>
            </p:cNvPr>
            <p:cNvSpPr/>
            <p:nvPr/>
          </p:nvSpPr>
          <p:spPr>
            <a:xfrm>
              <a:off x="1143000" y="3733800"/>
              <a:ext cx="4471988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dirty="0">
                  <a:solidFill>
                    <a:srgbClr val="4B5563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Smart organization of study tasks by importance</a:t>
              </a:r>
              <a:endParaRPr lang="en-US" sz="1400" dirty="0"/>
            </a:p>
          </p:txBody>
        </p:sp>
        <p:sp>
          <p:nvSpPr>
            <p:cNvPr id="23" name="Text 9">
              <a:extLst>
                <a:ext uri="{FF2B5EF4-FFF2-40B4-BE49-F238E27FC236}">
                  <a16:creationId xmlns:a16="http://schemas.microsoft.com/office/drawing/2014/main" id="{E3A4471B-BBE8-3839-61DE-29A8B3BE41B3}"/>
                </a:ext>
              </a:extLst>
            </p:cNvPr>
            <p:cNvSpPr/>
            <p:nvPr/>
          </p:nvSpPr>
          <p:spPr>
            <a:xfrm>
              <a:off x="1143000" y="4114800"/>
              <a:ext cx="3805833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b="1" dirty="0">
                  <a:solidFill>
                    <a:srgbClr val="1F2937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Learning Analytics</a:t>
              </a:r>
              <a:endParaRPr lang="en-US" sz="1400" dirty="0"/>
            </a:p>
          </p:txBody>
        </p:sp>
        <p:sp>
          <p:nvSpPr>
            <p:cNvPr id="24" name="Text 10">
              <a:extLst>
                <a:ext uri="{FF2B5EF4-FFF2-40B4-BE49-F238E27FC236}">
                  <a16:creationId xmlns:a16="http://schemas.microsoft.com/office/drawing/2014/main" id="{82A16791-8AA5-D4C8-3944-F1D19FB629A2}"/>
                </a:ext>
              </a:extLst>
            </p:cNvPr>
            <p:cNvSpPr/>
            <p:nvPr/>
          </p:nvSpPr>
          <p:spPr>
            <a:xfrm>
              <a:off x="1143000" y="4343400"/>
              <a:ext cx="3805833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dirty="0">
                  <a:solidFill>
                    <a:srgbClr val="4B5563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Detailed insights into your study patterns</a:t>
              </a:r>
              <a:endParaRPr lang="en-US" sz="140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CAA92FE-71C4-5BCE-8687-219AA1E686B9}"/>
              </a:ext>
            </a:extLst>
          </p:cNvPr>
          <p:cNvGrpSpPr/>
          <p:nvPr/>
        </p:nvGrpSpPr>
        <p:grpSpPr>
          <a:xfrm rot="20319301">
            <a:off x="3044456" y="-115135"/>
            <a:ext cx="3314258" cy="3195497"/>
            <a:chOff x="170398" y="-150765"/>
            <a:chExt cx="2436091" cy="2436091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E5E1226F-8763-5BF7-B1FB-C592D95FF1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70398" y="-150765"/>
              <a:ext cx="2436091" cy="2436091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1B8F410-31DA-EB5C-8A56-5DC5345242CA}"/>
                </a:ext>
              </a:extLst>
            </p:cNvPr>
            <p:cNvSpPr txBox="1"/>
            <p:nvPr/>
          </p:nvSpPr>
          <p:spPr>
            <a:xfrm>
              <a:off x="709632" y="430200"/>
              <a:ext cx="1331604" cy="8916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/>
              <a:r>
                <a:rPr lang="en-IL" sz="1400" b="1" dirty="0">
                  <a:solidFill>
                    <a:schemeClr val="bg2">
                      <a:lumMod val="50000"/>
                    </a:schemeClr>
                  </a:solidFill>
                </a:rPr>
                <a:t>💬 </a:t>
              </a:r>
              <a:r>
                <a:rPr lang="he-IL" sz="1400" b="1" dirty="0">
                  <a:solidFill>
                    <a:schemeClr val="bg2">
                      <a:lumMod val="50000"/>
                    </a:schemeClr>
                  </a:solidFill>
                </a:rPr>
                <a:t>מהסקר:</a:t>
              </a:r>
              <a:br>
                <a:rPr lang="he-IL" sz="1400" b="1" dirty="0">
                  <a:solidFill>
                    <a:schemeClr val="bg2">
                      <a:lumMod val="50000"/>
                    </a:schemeClr>
                  </a:solidFill>
                </a:rPr>
              </a:br>
              <a:r>
                <a:rPr lang="he-IL" sz="1400" b="1" dirty="0">
                  <a:solidFill>
                    <a:schemeClr val="bg2">
                      <a:lumMod val="50000"/>
                    </a:schemeClr>
                  </a:solidFill>
                </a:rPr>
                <a:t>62% מרגישים שהם “מאבדים שליטה על העומס” במהלך הסמסטר.</a:t>
              </a:r>
              <a:endParaRPr lang="en-IL" sz="1400" b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810996AD-CA54-DE6F-7F14-049C9F22539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94143" y="0"/>
            <a:ext cx="3888557" cy="68580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697B7A3-F99F-78E2-EF8B-17EA2A2934D0}"/>
              </a:ext>
            </a:extLst>
          </p:cNvPr>
          <p:cNvGrpSpPr/>
          <p:nvPr/>
        </p:nvGrpSpPr>
        <p:grpSpPr>
          <a:xfrm rot="1095931">
            <a:off x="9887514" y="802365"/>
            <a:ext cx="2590371" cy="2475699"/>
            <a:chOff x="170398" y="-150765"/>
            <a:chExt cx="2436091" cy="2436091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427B79F-01F3-BDF5-AB3C-9A0818A2EA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70398" y="-150765"/>
              <a:ext cx="2436091" cy="2436091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E2E3FCE-2EF3-CFFE-3A44-61B3F42F4D01}"/>
                </a:ext>
              </a:extLst>
            </p:cNvPr>
            <p:cNvSpPr txBox="1"/>
            <p:nvPr/>
          </p:nvSpPr>
          <p:spPr>
            <a:xfrm>
              <a:off x="709632" y="423025"/>
              <a:ext cx="1331604" cy="8479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/>
              <a:r>
                <a:rPr lang="en-IL" sz="1000" b="1" dirty="0">
                  <a:solidFill>
                    <a:schemeClr val="bg2">
                      <a:lumMod val="50000"/>
                    </a:schemeClr>
                  </a:solidFill>
                </a:rPr>
                <a:t>💬 </a:t>
              </a:r>
              <a:r>
                <a:rPr lang="he-IL" sz="1000" b="1" dirty="0">
                  <a:solidFill>
                    <a:schemeClr val="bg2">
                      <a:lumMod val="50000"/>
                    </a:schemeClr>
                  </a:solidFill>
                </a:rPr>
                <a:t>מהסקר:</a:t>
              </a:r>
              <a:br>
                <a:rPr lang="he-IL" sz="1000" b="1" dirty="0">
                  <a:solidFill>
                    <a:schemeClr val="bg2">
                      <a:lumMod val="50000"/>
                    </a:schemeClr>
                  </a:solidFill>
                </a:rPr>
              </a:br>
              <a:r>
                <a:rPr lang="he-IL" sz="1000" b="1" dirty="0">
                  <a:solidFill>
                    <a:schemeClr val="bg2">
                      <a:lumMod val="50000"/>
                    </a:schemeClr>
                  </a:solidFill>
                </a:rPr>
                <a:t>68% מהמשתתפים רוצים מסך אחד שמרכז עומס, משימות </a:t>
              </a:r>
              <a:r>
                <a:rPr lang="he-IL" sz="1000" b="1" dirty="0" err="1">
                  <a:solidFill>
                    <a:schemeClr val="bg2">
                      <a:lumMod val="50000"/>
                    </a:schemeClr>
                  </a:solidFill>
                </a:rPr>
                <a:t>ודדליינים</a:t>
              </a:r>
              <a:r>
                <a:rPr lang="he-IL" sz="1000" b="1" dirty="0">
                  <a:solidFill>
                    <a:schemeClr val="bg2">
                      <a:lumMod val="50000"/>
                    </a:schemeClr>
                  </a:solidFill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7774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09700"/>
            <a:ext cx="914400" cy="38100"/>
          </a:xfrm>
          <a:prstGeom prst="rect">
            <a:avLst/>
          </a:prstGeom>
        </p:spPr>
      </p:pic>
      <p:sp>
        <p:nvSpPr>
          <p:cNvPr id="32" name="Text 1"/>
          <p:cNvSpPr/>
          <p:nvPr/>
        </p:nvSpPr>
        <p:spPr>
          <a:xfrm>
            <a:off x="609600" y="9144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Calendar Module</a:t>
            </a:r>
            <a:endParaRPr lang="en-US" sz="2700" dirty="0"/>
          </a:p>
        </p:txBody>
      </p:sp>
      <p:sp>
        <p:nvSpPr>
          <p:cNvPr id="33" name="Text 2"/>
          <p:cNvSpPr/>
          <p:nvPr/>
        </p:nvSpPr>
        <p:spPr>
          <a:xfrm>
            <a:off x="609600" y="1752600"/>
            <a:ext cx="518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Features</a:t>
            </a:r>
            <a:endParaRPr lang="en-US" sz="1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09FF777-D848-03F2-5909-B769DAF377F3}"/>
              </a:ext>
            </a:extLst>
          </p:cNvPr>
          <p:cNvGrpSpPr/>
          <p:nvPr/>
        </p:nvGrpSpPr>
        <p:grpSpPr>
          <a:xfrm>
            <a:off x="609600" y="2286000"/>
            <a:ext cx="5716980" cy="2514600"/>
            <a:chOff x="609600" y="2286000"/>
            <a:chExt cx="5256193" cy="2171700"/>
          </a:xfrm>
        </p:grpSpPr>
        <p:pic>
          <p:nvPicPr>
            <p:cNvPr id="4" name="Image 2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" y="2343150"/>
              <a:ext cx="342900" cy="342900"/>
            </a:xfrm>
            <a:prstGeom prst="rect">
              <a:avLst/>
            </a:prstGeom>
          </p:spPr>
        </p:pic>
        <p:pic>
          <p:nvPicPr>
            <p:cNvPr id="5" name="Image 3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5800" y="2438400"/>
              <a:ext cx="190500" cy="152400"/>
            </a:xfrm>
            <a:prstGeom prst="rect">
              <a:avLst/>
            </a:prstGeom>
          </p:spPr>
        </p:pic>
        <p:pic>
          <p:nvPicPr>
            <p:cNvPr id="6" name="Image 4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9600" y="2914650"/>
              <a:ext cx="342900" cy="342900"/>
            </a:xfrm>
            <a:prstGeom prst="rect">
              <a:avLst/>
            </a:prstGeom>
          </p:spPr>
        </p:pic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04850" y="3009900"/>
              <a:ext cx="152400" cy="152400"/>
            </a:xfrm>
            <a:prstGeom prst="rect">
              <a:avLst/>
            </a:prstGeom>
          </p:spPr>
        </p:pic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09600" y="3486150"/>
              <a:ext cx="342900" cy="342900"/>
            </a:xfrm>
            <a:prstGeom prst="rect">
              <a:avLst/>
            </a:prstGeom>
          </p:spPr>
        </p:pic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04850" y="3581400"/>
              <a:ext cx="152400" cy="152400"/>
            </a:xfrm>
            <a:prstGeom prst="rect">
              <a:avLst/>
            </a:prstGeom>
          </p:spPr>
        </p:pic>
        <p:pic>
          <p:nvPicPr>
            <p:cNvPr id="10" name="Image 8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09600" y="4057650"/>
              <a:ext cx="342900" cy="342900"/>
            </a:xfrm>
            <a:prstGeom prst="rect">
              <a:avLst/>
            </a:prstGeom>
          </p:spPr>
        </p:pic>
        <p:pic>
          <p:nvPicPr>
            <p:cNvPr id="11" name="Image 9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14375" y="4152900"/>
              <a:ext cx="133350" cy="152400"/>
            </a:xfrm>
            <a:prstGeom prst="rect">
              <a:avLst/>
            </a:prstGeom>
          </p:spPr>
        </p:pic>
        <p:sp>
          <p:nvSpPr>
            <p:cNvPr id="34" name="Text 3"/>
            <p:cNvSpPr/>
            <p:nvPr/>
          </p:nvSpPr>
          <p:spPr>
            <a:xfrm>
              <a:off x="1066800" y="2286000"/>
              <a:ext cx="3999161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b="1" dirty="0">
                  <a:solidFill>
                    <a:srgbClr val="1F2937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Smart Planning</a:t>
              </a:r>
              <a:endParaRPr lang="en-US" sz="1400" dirty="0"/>
            </a:p>
          </p:txBody>
        </p:sp>
        <p:sp>
          <p:nvSpPr>
            <p:cNvPr id="35" name="Text 4"/>
            <p:cNvSpPr/>
            <p:nvPr/>
          </p:nvSpPr>
          <p:spPr>
            <a:xfrm>
              <a:off x="1066800" y="2514600"/>
              <a:ext cx="4798993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dirty="0">
                  <a:solidFill>
                    <a:srgbClr val="4B5563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Automatically generates optimized study timetables</a:t>
              </a:r>
              <a:endParaRPr lang="en-US" sz="1400" dirty="0"/>
            </a:p>
          </p:txBody>
        </p:sp>
        <p:sp>
          <p:nvSpPr>
            <p:cNvPr id="36" name="Text 5"/>
            <p:cNvSpPr/>
            <p:nvPr/>
          </p:nvSpPr>
          <p:spPr>
            <a:xfrm>
              <a:off x="1066800" y="2857500"/>
              <a:ext cx="4208383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b="1" dirty="0">
                  <a:solidFill>
                    <a:srgbClr val="1F2937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Personalized Recommendations</a:t>
              </a:r>
              <a:endParaRPr lang="en-US" sz="1400" dirty="0"/>
            </a:p>
          </p:txBody>
        </p:sp>
        <p:sp>
          <p:nvSpPr>
            <p:cNvPr id="37" name="Text 6"/>
            <p:cNvSpPr/>
            <p:nvPr/>
          </p:nvSpPr>
          <p:spPr>
            <a:xfrm>
              <a:off x="1066800" y="3086100"/>
              <a:ext cx="4208383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dirty="0">
                  <a:solidFill>
                    <a:srgbClr val="4B5563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Suggests study topics based on learning pace</a:t>
              </a:r>
              <a:endParaRPr lang="en-US" sz="1400" dirty="0"/>
            </a:p>
          </p:txBody>
        </p:sp>
        <p:sp>
          <p:nvSpPr>
            <p:cNvPr id="38" name="Text 7"/>
            <p:cNvSpPr/>
            <p:nvPr/>
          </p:nvSpPr>
          <p:spPr>
            <a:xfrm>
              <a:off x="1066800" y="3429000"/>
              <a:ext cx="3719364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b="1" dirty="0">
                  <a:solidFill>
                    <a:srgbClr val="1F2937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Flexible Adjustments</a:t>
              </a:r>
              <a:endParaRPr lang="en-US" sz="1400" dirty="0"/>
            </a:p>
          </p:txBody>
        </p:sp>
        <p:sp>
          <p:nvSpPr>
            <p:cNvPr id="39" name="Text 8"/>
            <p:cNvSpPr/>
            <p:nvPr/>
          </p:nvSpPr>
          <p:spPr>
            <a:xfrm>
              <a:off x="1066800" y="3657600"/>
              <a:ext cx="4463236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dirty="0">
                  <a:solidFill>
                    <a:srgbClr val="4B5563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Easily modify schedules for unexpected changes</a:t>
              </a:r>
              <a:endParaRPr lang="en-US" sz="1400" dirty="0"/>
            </a:p>
          </p:txBody>
        </p:sp>
        <p:sp>
          <p:nvSpPr>
            <p:cNvPr id="40" name="Text 9"/>
            <p:cNvSpPr/>
            <p:nvPr/>
          </p:nvSpPr>
          <p:spPr>
            <a:xfrm>
              <a:off x="1066800" y="4000500"/>
              <a:ext cx="3284518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b="1" dirty="0">
                  <a:solidFill>
                    <a:srgbClr val="1F2937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Reminders &amp; Notifications</a:t>
              </a:r>
              <a:endParaRPr lang="en-US" sz="1400" dirty="0"/>
            </a:p>
          </p:txBody>
        </p:sp>
        <p:sp>
          <p:nvSpPr>
            <p:cNvPr id="41" name="Text 10"/>
            <p:cNvSpPr/>
            <p:nvPr/>
          </p:nvSpPr>
          <p:spPr>
            <a:xfrm>
              <a:off x="1066800" y="4229100"/>
              <a:ext cx="3284518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dirty="0">
                  <a:solidFill>
                    <a:srgbClr val="4B5563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Timely alerts to keep users on track</a:t>
              </a:r>
              <a:endParaRPr lang="en-US" sz="1400" dirty="0"/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2F49CD7A-DA8A-43D1-C71C-74B5249D879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61383" y="0"/>
            <a:ext cx="3810000" cy="685800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06DFB604-A75E-9B17-A359-A97DEED9BE5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66383" y="-47045"/>
            <a:ext cx="3810000" cy="6858000"/>
          </a:xfrm>
          <a:prstGeom prst="rect">
            <a:avLst/>
          </a:prstGeo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9F6E458B-82A0-6423-9A9F-1AF4DC0EBB49}"/>
              </a:ext>
            </a:extLst>
          </p:cNvPr>
          <p:cNvGrpSpPr/>
          <p:nvPr/>
        </p:nvGrpSpPr>
        <p:grpSpPr>
          <a:xfrm rot="1270561">
            <a:off x="9753285" y="-154233"/>
            <a:ext cx="2663667" cy="2608737"/>
            <a:chOff x="170398" y="-150765"/>
            <a:chExt cx="2436091" cy="2436091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55B0A696-76E0-4F4E-83A5-033B16238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70398" y="-150765"/>
              <a:ext cx="2436091" cy="2436091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0CC0B46-1ADF-E540-9650-97A7596BBA4E}"/>
                </a:ext>
              </a:extLst>
            </p:cNvPr>
            <p:cNvSpPr txBox="1"/>
            <p:nvPr/>
          </p:nvSpPr>
          <p:spPr>
            <a:xfrm>
              <a:off x="709632" y="423025"/>
              <a:ext cx="1331604" cy="5656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/>
              <a:r>
                <a:rPr lang="en-IL" sz="1200" b="1" dirty="0">
                  <a:solidFill>
                    <a:schemeClr val="bg2">
                      <a:lumMod val="50000"/>
                    </a:schemeClr>
                  </a:solidFill>
                </a:rPr>
                <a:t>💬 </a:t>
              </a:r>
              <a:r>
                <a:rPr lang="he-IL" sz="1200" b="1" dirty="0">
                  <a:solidFill>
                    <a:schemeClr val="bg2">
                      <a:lumMod val="50000"/>
                    </a:schemeClr>
                  </a:solidFill>
                </a:rPr>
                <a:t>מהסקר:</a:t>
              </a:r>
              <a:br>
                <a:rPr lang="he-IL" sz="1200" b="1" dirty="0">
                  <a:solidFill>
                    <a:schemeClr val="bg2">
                      <a:lumMod val="50000"/>
                    </a:schemeClr>
                  </a:solidFill>
                </a:rPr>
              </a:br>
              <a:r>
                <a:rPr lang="he-IL" sz="1200" b="1" dirty="0">
                  <a:solidFill>
                    <a:schemeClr val="bg2">
                      <a:lumMod val="50000"/>
                    </a:schemeClr>
                  </a:solidFill>
                </a:rPr>
                <a:t>65% רוצים לוח שנה שמתריע על עומס ושבועות עמוסים.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09700"/>
            <a:ext cx="914400" cy="38100"/>
          </a:xfrm>
          <a:prstGeom prst="rect">
            <a:avLst/>
          </a:prstGeom>
        </p:spPr>
      </p:pic>
      <p:sp>
        <p:nvSpPr>
          <p:cNvPr id="15" name="Text 1"/>
          <p:cNvSpPr/>
          <p:nvPr/>
        </p:nvSpPr>
        <p:spPr>
          <a:xfrm>
            <a:off x="609600" y="9144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Tasks Module</a:t>
            </a:r>
            <a:endParaRPr lang="en-US" sz="2700" dirty="0"/>
          </a:p>
        </p:txBody>
      </p:sp>
      <p:sp>
        <p:nvSpPr>
          <p:cNvPr id="16" name="Text 2"/>
          <p:cNvSpPr/>
          <p:nvPr/>
        </p:nvSpPr>
        <p:spPr>
          <a:xfrm>
            <a:off x="609600" y="1752600"/>
            <a:ext cx="518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Features</a:t>
            </a:r>
            <a:endParaRPr lang="en-US" sz="1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8C46420-4EC8-7E2B-D7FE-A7F146A30A19}"/>
              </a:ext>
            </a:extLst>
          </p:cNvPr>
          <p:cNvGrpSpPr/>
          <p:nvPr/>
        </p:nvGrpSpPr>
        <p:grpSpPr>
          <a:xfrm>
            <a:off x="609600" y="2286000"/>
            <a:ext cx="5635752" cy="2167128"/>
            <a:chOff x="609600" y="2286000"/>
            <a:chExt cx="4711779" cy="1790700"/>
          </a:xfrm>
        </p:grpSpPr>
        <p:pic>
          <p:nvPicPr>
            <p:cNvPr id="4" name="Image 2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" y="2343150"/>
              <a:ext cx="381000" cy="381000"/>
            </a:xfrm>
            <a:prstGeom prst="rect">
              <a:avLst/>
            </a:prstGeom>
          </p:spPr>
        </p:pic>
        <p:pic>
          <p:nvPicPr>
            <p:cNvPr id="5" name="Image 3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3900" y="2457450"/>
              <a:ext cx="152400" cy="152400"/>
            </a:xfrm>
            <a:prstGeom prst="rect">
              <a:avLst/>
            </a:prstGeom>
          </p:spPr>
        </p:pic>
        <p:pic>
          <p:nvPicPr>
            <p:cNvPr id="6" name="Image 4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9600" y="2990850"/>
              <a:ext cx="381000" cy="381000"/>
            </a:xfrm>
            <a:prstGeom prst="rect">
              <a:avLst/>
            </a:prstGeom>
          </p:spPr>
        </p:pic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3425" y="3105150"/>
              <a:ext cx="133350" cy="152400"/>
            </a:xfrm>
            <a:prstGeom prst="rect">
              <a:avLst/>
            </a:prstGeom>
          </p:spPr>
        </p:pic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09600" y="3638550"/>
              <a:ext cx="381000" cy="381000"/>
            </a:xfrm>
            <a:prstGeom prst="rect">
              <a:avLst/>
            </a:prstGeom>
          </p:spPr>
        </p:pic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23900" y="3752850"/>
              <a:ext cx="152400" cy="152400"/>
            </a:xfrm>
            <a:prstGeom prst="rect">
              <a:avLst/>
            </a:prstGeom>
          </p:spPr>
        </p:pic>
        <p:sp>
          <p:nvSpPr>
            <p:cNvPr id="17" name="Text 3"/>
            <p:cNvSpPr/>
            <p:nvPr/>
          </p:nvSpPr>
          <p:spPr>
            <a:xfrm>
              <a:off x="1143000" y="2286000"/>
              <a:ext cx="3287018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400" b="1" dirty="0">
                  <a:solidFill>
                    <a:srgbClr val="1F2937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Task Management</a:t>
              </a:r>
              <a:endParaRPr lang="en-US" sz="1400" dirty="0"/>
            </a:p>
          </p:txBody>
        </p:sp>
        <p:sp>
          <p:nvSpPr>
            <p:cNvPr id="18" name="Text 4"/>
            <p:cNvSpPr/>
            <p:nvPr/>
          </p:nvSpPr>
          <p:spPr>
            <a:xfrm>
              <a:off x="1143000" y="2552700"/>
              <a:ext cx="3944422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dirty="0">
                  <a:solidFill>
                    <a:srgbClr val="4B5563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Create, organize, and prioritize study tasks</a:t>
              </a:r>
              <a:endParaRPr lang="en-US" sz="1400" dirty="0"/>
            </a:p>
          </p:txBody>
        </p:sp>
        <p:sp>
          <p:nvSpPr>
            <p:cNvPr id="19" name="Text 5"/>
            <p:cNvSpPr/>
            <p:nvPr/>
          </p:nvSpPr>
          <p:spPr>
            <a:xfrm>
              <a:off x="1143000" y="2933700"/>
              <a:ext cx="3481983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400" b="1" dirty="0">
                  <a:solidFill>
                    <a:srgbClr val="1F2937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Smart Scheduling</a:t>
              </a:r>
              <a:endParaRPr lang="en-US" sz="1400" dirty="0"/>
            </a:p>
          </p:txBody>
        </p:sp>
        <p:sp>
          <p:nvSpPr>
            <p:cNvPr id="20" name="Text 6"/>
            <p:cNvSpPr/>
            <p:nvPr/>
          </p:nvSpPr>
          <p:spPr>
            <a:xfrm>
              <a:off x="1143000" y="3200400"/>
              <a:ext cx="4178379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dirty="0">
                  <a:solidFill>
                    <a:srgbClr val="4B5563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Intelligent task scheduling based on priorities</a:t>
              </a:r>
              <a:endParaRPr lang="en-US" sz="1400" dirty="0"/>
            </a:p>
          </p:txBody>
        </p:sp>
        <p:sp>
          <p:nvSpPr>
            <p:cNvPr id="21" name="Text 7"/>
            <p:cNvSpPr/>
            <p:nvPr/>
          </p:nvSpPr>
          <p:spPr>
            <a:xfrm>
              <a:off x="1143000" y="3581400"/>
              <a:ext cx="3852089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400" b="1" dirty="0">
                  <a:solidFill>
                    <a:srgbClr val="1F2937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Progress Tracking</a:t>
              </a:r>
              <a:endParaRPr lang="en-US" sz="1400" dirty="0"/>
            </a:p>
          </p:txBody>
        </p:sp>
        <p:sp>
          <p:nvSpPr>
            <p:cNvPr id="22" name="Text 8"/>
            <p:cNvSpPr/>
            <p:nvPr/>
          </p:nvSpPr>
          <p:spPr>
            <a:xfrm>
              <a:off x="1143000" y="3848100"/>
              <a:ext cx="3852089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dirty="0">
                  <a:solidFill>
                    <a:srgbClr val="4B5563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Monitor completion rates and productivity</a:t>
              </a:r>
              <a:endParaRPr lang="en-US" sz="1400" dirty="0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9FE758C3-452B-689B-B94C-92AD6B51259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94446" y="0"/>
            <a:ext cx="3810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28BCAB-EE85-C685-831D-DED5523F1E4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41912" y="32782"/>
            <a:ext cx="3810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E2BCEF-8D6A-4C65-9931-3D875A9FAC6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56377" y="-19552"/>
            <a:ext cx="3810000" cy="68580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75A9E38-8776-1972-03C0-B23A144E41BD}"/>
              </a:ext>
            </a:extLst>
          </p:cNvPr>
          <p:cNvGrpSpPr/>
          <p:nvPr/>
        </p:nvGrpSpPr>
        <p:grpSpPr>
          <a:xfrm rot="799888">
            <a:off x="9284965" y="-26530"/>
            <a:ext cx="3059220" cy="2534613"/>
            <a:chOff x="148166" y="-273533"/>
            <a:chExt cx="2436091" cy="2436091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BB31A0B-4171-6056-D534-A01067DED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48166" y="-273533"/>
              <a:ext cx="2436091" cy="2436091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00AA549-202B-09AC-250E-C2035FE9F45A}"/>
                </a:ext>
              </a:extLst>
            </p:cNvPr>
            <p:cNvSpPr txBox="1"/>
            <p:nvPr/>
          </p:nvSpPr>
          <p:spPr>
            <a:xfrm rot="21536637">
              <a:off x="723847" y="382183"/>
              <a:ext cx="1331604" cy="794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/>
              <a:r>
                <a:rPr lang="en-IL" sz="1200" b="1" dirty="0">
                  <a:solidFill>
                    <a:schemeClr val="bg2">
                      <a:lumMod val="50000"/>
                    </a:schemeClr>
                  </a:solidFill>
                </a:rPr>
                <a:t>💬 </a:t>
              </a:r>
              <a:r>
                <a:rPr lang="he-IL" sz="1200" b="1" dirty="0">
                  <a:solidFill>
                    <a:schemeClr val="bg2">
                      <a:lumMod val="50000"/>
                    </a:schemeClr>
                  </a:solidFill>
                </a:rPr>
                <a:t>מהסקר:</a:t>
              </a:r>
              <a:br>
                <a:rPr lang="he-IL" sz="1200" dirty="0">
                  <a:solidFill>
                    <a:schemeClr val="bg2">
                      <a:lumMod val="50000"/>
                    </a:schemeClr>
                  </a:solidFill>
                </a:rPr>
              </a:br>
              <a:r>
                <a:rPr lang="he-IL" sz="1200" b="1" dirty="0">
                  <a:solidFill>
                    <a:schemeClr val="bg2">
                      <a:lumMod val="50000"/>
                    </a:schemeClr>
                  </a:solidFill>
                </a:rPr>
                <a:t>63% מהסטודנטים אמרו שהם מפספסים </a:t>
              </a:r>
              <a:r>
                <a:rPr lang="he-IL" sz="1200" b="1" dirty="0" err="1">
                  <a:solidFill>
                    <a:schemeClr val="bg2">
                      <a:lumMod val="50000"/>
                    </a:schemeClr>
                  </a:solidFill>
                </a:rPr>
                <a:t>דדליינים</a:t>
              </a:r>
              <a:r>
                <a:rPr lang="he-IL" sz="1200" b="1" dirty="0">
                  <a:solidFill>
                    <a:schemeClr val="bg2">
                      <a:lumMod val="50000"/>
                    </a:schemeClr>
                  </a:solidFill>
                </a:rPr>
                <a:t>.</a:t>
              </a:r>
              <a:endParaRPr lang="he-IL" sz="12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09700"/>
            <a:ext cx="1219200" cy="38100"/>
          </a:xfrm>
          <a:prstGeom prst="rect">
            <a:avLst/>
          </a:prstGeom>
        </p:spPr>
      </p:pic>
      <p:sp>
        <p:nvSpPr>
          <p:cNvPr id="31" name="Text 1"/>
          <p:cNvSpPr/>
          <p:nvPr/>
        </p:nvSpPr>
        <p:spPr>
          <a:xfrm>
            <a:off x="609600" y="9144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Notifications Module</a:t>
            </a:r>
            <a:endParaRPr lang="en-US" sz="2700" dirty="0"/>
          </a:p>
        </p:txBody>
      </p:sp>
      <p:sp>
        <p:nvSpPr>
          <p:cNvPr id="32" name="Text 2"/>
          <p:cNvSpPr/>
          <p:nvPr/>
        </p:nvSpPr>
        <p:spPr>
          <a:xfrm>
            <a:off x="609600" y="1752600"/>
            <a:ext cx="518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Features</a:t>
            </a:r>
            <a:endParaRPr lang="en-US" sz="1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CD5E13-526B-0656-D9B8-29FD49DE0727}"/>
              </a:ext>
            </a:extLst>
          </p:cNvPr>
          <p:cNvGrpSpPr/>
          <p:nvPr/>
        </p:nvGrpSpPr>
        <p:grpSpPr>
          <a:xfrm>
            <a:off x="609600" y="2286000"/>
            <a:ext cx="6525964" cy="2000250"/>
            <a:chOff x="609600" y="2286000"/>
            <a:chExt cx="6017955" cy="1598265"/>
          </a:xfrm>
        </p:grpSpPr>
        <p:pic>
          <p:nvPicPr>
            <p:cNvPr id="4" name="Image 2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" y="2324100"/>
              <a:ext cx="381000" cy="381000"/>
            </a:xfrm>
            <a:prstGeom prst="rect">
              <a:avLst/>
            </a:prstGeom>
          </p:spPr>
        </p:pic>
        <p:pic>
          <p:nvPicPr>
            <p:cNvPr id="5" name="Image 3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3425" y="2438400"/>
              <a:ext cx="133350" cy="152400"/>
            </a:xfrm>
            <a:prstGeom prst="rect">
              <a:avLst/>
            </a:prstGeom>
          </p:spPr>
        </p:pic>
        <p:pic>
          <p:nvPicPr>
            <p:cNvPr id="6" name="Image 4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9600" y="2895600"/>
              <a:ext cx="381000" cy="381000"/>
            </a:xfrm>
            <a:prstGeom prst="rect">
              <a:avLst/>
            </a:prstGeom>
          </p:spPr>
        </p:pic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3425" y="3009900"/>
              <a:ext cx="133350" cy="152400"/>
            </a:xfrm>
            <a:prstGeom prst="rect">
              <a:avLst/>
            </a:prstGeom>
          </p:spPr>
        </p:pic>
        <p:pic>
          <p:nvPicPr>
            <p:cNvPr id="10" name="Image 8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09600" y="3465165"/>
              <a:ext cx="381000" cy="381000"/>
            </a:xfrm>
            <a:prstGeom prst="rect">
              <a:avLst/>
            </a:prstGeom>
          </p:spPr>
        </p:pic>
        <p:pic>
          <p:nvPicPr>
            <p:cNvPr id="11" name="Image 9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23900" y="3579465"/>
              <a:ext cx="152400" cy="152400"/>
            </a:xfrm>
            <a:prstGeom prst="rect">
              <a:avLst/>
            </a:prstGeom>
          </p:spPr>
        </p:pic>
        <p:sp>
          <p:nvSpPr>
            <p:cNvPr id="33" name="Text 3"/>
            <p:cNvSpPr/>
            <p:nvPr/>
          </p:nvSpPr>
          <p:spPr>
            <a:xfrm>
              <a:off x="1104900" y="2286000"/>
              <a:ext cx="4470797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b="1" dirty="0">
                  <a:solidFill>
                    <a:srgbClr val="1F2937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Smart Alerts</a:t>
              </a:r>
              <a:endParaRPr lang="en-US" sz="1400" dirty="0"/>
            </a:p>
          </p:txBody>
        </p:sp>
        <p:sp>
          <p:nvSpPr>
            <p:cNvPr id="34" name="Text 4"/>
            <p:cNvSpPr/>
            <p:nvPr/>
          </p:nvSpPr>
          <p:spPr>
            <a:xfrm>
              <a:off x="1104900" y="2514600"/>
              <a:ext cx="5364956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dirty="0">
                  <a:solidFill>
                    <a:srgbClr val="4B5563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Smart notifications tailored to your learning schedule</a:t>
              </a:r>
              <a:endParaRPr lang="en-US" sz="1400" dirty="0"/>
            </a:p>
          </p:txBody>
        </p:sp>
        <p:sp>
          <p:nvSpPr>
            <p:cNvPr id="35" name="Text 5"/>
            <p:cNvSpPr/>
            <p:nvPr/>
          </p:nvSpPr>
          <p:spPr>
            <a:xfrm>
              <a:off x="1104900" y="2857500"/>
              <a:ext cx="4282678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b="1" dirty="0">
                  <a:solidFill>
                    <a:srgbClr val="1F2937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Study Reminders</a:t>
              </a:r>
              <a:endParaRPr lang="en-US" sz="1400" dirty="0"/>
            </a:p>
          </p:txBody>
        </p:sp>
        <p:sp>
          <p:nvSpPr>
            <p:cNvPr id="36" name="Text 6"/>
            <p:cNvSpPr/>
            <p:nvPr/>
          </p:nvSpPr>
          <p:spPr>
            <a:xfrm>
              <a:off x="1104900" y="3086100"/>
              <a:ext cx="5139214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dirty="0">
                  <a:solidFill>
                    <a:srgbClr val="4B5563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Customizable alerts for assignments and study sessions</a:t>
              </a:r>
              <a:endParaRPr lang="en-US" sz="1400" dirty="0"/>
            </a:p>
          </p:txBody>
        </p:sp>
        <p:sp>
          <p:nvSpPr>
            <p:cNvPr id="39" name="Text 9"/>
            <p:cNvSpPr/>
            <p:nvPr/>
          </p:nvSpPr>
          <p:spPr>
            <a:xfrm>
              <a:off x="1104900" y="3427065"/>
              <a:ext cx="4602212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b="1" dirty="0">
                  <a:solidFill>
                    <a:srgbClr val="1F2937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Progress Updates</a:t>
              </a:r>
              <a:endParaRPr lang="en-US" sz="1400" dirty="0"/>
            </a:p>
          </p:txBody>
        </p:sp>
        <p:sp>
          <p:nvSpPr>
            <p:cNvPr id="40" name="Text 10"/>
            <p:cNvSpPr/>
            <p:nvPr/>
          </p:nvSpPr>
          <p:spPr>
            <a:xfrm>
              <a:off x="1104900" y="3655665"/>
              <a:ext cx="5522655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dirty="0">
                  <a:solidFill>
                    <a:srgbClr val="4B5563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Regular insights on your learning journey and achievements</a:t>
              </a:r>
              <a:endParaRPr lang="en-US" sz="1400" dirty="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3CB10820-4C6F-ED44-9832-CA2802B7F88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59513" y="0"/>
            <a:ext cx="3810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09700"/>
            <a:ext cx="1219200" cy="38100"/>
          </a:xfrm>
          <a:prstGeom prst="rect">
            <a:avLst/>
          </a:prstGeom>
        </p:spPr>
      </p:pic>
      <p:sp>
        <p:nvSpPr>
          <p:cNvPr id="28" name="Text 1"/>
          <p:cNvSpPr/>
          <p:nvPr/>
        </p:nvSpPr>
        <p:spPr>
          <a:xfrm>
            <a:off x="609600" y="9144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Workload Analyzer Module</a:t>
            </a:r>
            <a:endParaRPr lang="en-US" sz="2700" dirty="0"/>
          </a:p>
        </p:txBody>
      </p:sp>
      <p:sp>
        <p:nvSpPr>
          <p:cNvPr id="29" name="Text 2"/>
          <p:cNvSpPr/>
          <p:nvPr/>
        </p:nvSpPr>
        <p:spPr>
          <a:xfrm>
            <a:off x="609600" y="1752600"/>
            <a:ext cx="518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Features</a:t>
            </a:r>
            <a:endParaRPr lang="en-US" sz="1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C448DBB-5BA8-9C58-A87B-ABF70B9EB097}"/>
              </a:ext>
            </a:extLst>
          </p:cNvPr>
          <p:cNvGrpSpPr/>
          <p:nvPr/>
        </p:nvGrpSpPr>
        <p:grpSpPr>
          <a:xfrm>
            <a:off x="363794" y="2209800"/>
            <a:ext cx="6469625" cy="2151039"/>
            <a:chOff x="609600" y="2209800"/>
            <a:chExt cx="5526703" cy="1724185"/>
          </a:xfrm>
        </p:grpSpPr>
        <p:pic>
          <p:nvPicPr>
            <p:cNvPr id="4" name="Image 2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" y="2362200"/>
              <a:ext cx="381000" cy="381000"/>
            </a:xfrm>
            <a:prstGeom prst="rect">
              <a:avLst/>
            </a:prstGeom>
          </p:spPr>
        </p:pic>
        <p:pic>
          <p:nvPicPr>
            <p:cNvPr id="5" name="Image 3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3900" y="2476500"/>
              <a:ext cx="152400" cy="152400"/>
            </a:xfrm>
            <a:prstGeom prst="rect">
              <a:avLst/>
            </a:prstGeom>
          </p:spPr>
        </p:pic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9600" y="2905285"/>
              <a:ext cx="381000" cy="381000"/>
            </a:xfrm>
            <a:prstGeom prst="rect">
              <a:avLst/>
            </a:prstGeom>
          </p:spPr>
        </p:pic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3900" y="3019585"/>
              <a:ext cx="152400" cy="152400"/>
            </a:xfrm>
            <a:prstGeom prst="rect">
              <a:avLst/>
            </a:prstGeom>
          </p:spPr>
        </p:pic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09600" y="3514885"/>
              <a:ext cx="381000" cy="381000"/>
            </a:xfrm>
            <a:prstGeom prst="rect">
              <a:avLst/>
            </a:prstGeom>
          </p:spPr>
        </p:pic>
        <p:pic>
          <p:nvPicPr>
            <p:cNvPr id="10" name="Image 8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23900" y="3629185"/>
              <a:ext cx="152400" cy="152400"/>
            </a:xfrm>
            <a:prstGeom prst="rect">
              <a:avLst/>
            </a:prstGeom>
          </p:spPr>
        </p:pic>
        <p:sp>
          <p:nvSpPr>
            <p:cNvPr id="30" name="Text 3"/>
            <p:cNvSpPr/>
            <p:nvPr/>
          </p:nvSpPr>
          <p:spPr>
            <a:xfrm>
              <a:off x="1143000" y="2209800"/>
              <a:ext cx="464820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b="1" dirty="0">
                  <a:solidFill>
                    <a:srgbClr val="1F2937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Progress Visualization</a:t>
              </a:r>
              <a:endParaRPr lang="en-US" sz="1400" dirty="0"/>
            </a:p>
          </p:txBody>
        </p:sp>
        <p:sp>
          <p:nvSpPr>
            <p:cNvPr id="31" name="Text 4"/>
            <p:cNvSpPr/>
            <p:nvPr/>
          </p:nvSpPr>
          <p:spPr>
            <a:xfrm>
              <a:off x="1143000" y="2438400"/>
              <a:ext cx="4648200" cy="4572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dirty="0">
                  <a:solidFill>
                    <a:srgbClr val="4B5563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Visual representation of academic journey and achievements</a:t>
              </a:r>
              <a:endParaRPr lang="en-US" sz="1400" dirty="0"/>
            </a:p>
          </p:txBody>
        </p:sp>
        <p:sp>
          <p:nvSpPr>
            <p:cNvPr id="34" name="Text 7"/>
            <p:cNvSpPr/>
            <p:nvPr/>
          </p:nvSpPr>
          <p:spPr>
            <a:xfrm>
              <a:off x="1143000" y="2867185"/>
              <a:ext cx="4161086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b="1" dirty="0">
                  <a:solidFill>
                    <a:srgbClr val="1F2937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Time Allocation</a:t>
              </a:r>
              <a:endParaRPr lang="en-US" sz="1400" dirty="0"/>
            </a:p>
          </p:txBody>
        </p:sp>
        <p:sp>
          <p:nvSpPr>
            <p:cNvPr id="35" name="Text 8"/>
            <p:cNvSpPr/>
            <p:nvPr/>
          </p:nvSpPr>
          <p:spPr>
            <a:xfrm>
              <a:off x="1143000" y="3095785"/>
              <a:ext cx="4993303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dirty="0">
                  <a:solidFill>
                    <a:srgbClr val="4B5563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Optimize study time with intelligent recommendations</a:t>
              </a:r>
              <a:endParaRPr lang="en-US" sz="1400" dirty="0"/>
            </a:p>
          </p:txBody>
        </p:sp>
        <p:sp>
          <p:nvSpPr>
            <p:cNvPr id="36" name="Text 9"/>
            <p:cNvSpPr/>
            <p:nvPr/>
          </p:nvSpPr>
          <p:spPr>
            <a:xfrm>
              <a:off x="1143000" y="3476785"/>
              <a:ext cx="2889349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b="1" dirty="0">
                  <a:solidFill>
                    <a:srgbClr val="1F2937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Goal Tracking</a:t>
              </a:r>
              <a:endParaRPr lang="en-US" sz="1400" dirty="0"/>
            </a:p>
          </p:txBody>
        </p:sp>
        <p:sp>
          <p:nvSpPr>
            <p:cNvPr id="37" name="Text 10"/>
            <p:cNvSpPr/>
            <p:nvPr/>
          </p:nvSpPr>
          <p:spPr>
            <a:xfrm>
              <a:off x="1143000" y="3705385"/>
              <a:ext cx="3467219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dirty="0">
                  <a:solidFill>
                    <a:srgbClr val="4B5563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Set and achieve academic milestones</a:t>
              </a:r>
              <a:endParaRPr lang="en-US" sz="1400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DC5959D-1085-B389-3BFC-83122F95E50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44558" y="-18809"/>
            <a:ext cx="3810000" cy="685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E976066-EBD9-9E70-87D5-35C8DFD6BAD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35729" y="-18809"/>
            <a:ext cx="3810000" cy="6858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AF70514-83B0-BBAF-0D68-C5023892BDF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5826" y="-18809"/>
            <a:ext cx="3810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104900"/>
            <a:ext cx="914400" cy="38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0861" y="601980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5014" y="5334000"/>
            <a:ext cx="762000" cy="762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495800"/>
            <a:ext cx="5181600" cy="952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4648200"/>
            <a:ext cx="152400" cy="152400"/>
          </a:xfrm>
          <a:prstGeom prst="rect">
            <a:avLst/>
          </a:prstGeom>
        </p:spPr>
      </p:pic>
      <p:sp>
        <p:nvSpPr>
          <p:cNvPr id="20" name="Text 1"/>
          <p:cNvSpPr/>
          <p:nvPr/>
        </p:nvSpPr>
        <p:spPr>
          <a:xfrm>
            <a:off x="609600" y="6096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Suggestions Module</a:t>
            </a:r>
            <a:endParaRPr lang="en-US" sz="2700" dirty="0"/>
          </a:p>
        </p:txBody>
      </p:sp>
      <p:sp>
        <p:nvSpPr>
          <p:cNvPr id="21" name="Text 2"/>
          <p:cNvSpPr/>
          <p:nvPr/>
        </p:nvSpPr>
        <p:spPr>
          <a:xfrm>
            <a:off x="609600" y="1295400"/>
            <a:ext cx="518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Features</a:t>
            </a:r>
            <a:endParaRPr lang="en-US" sz="1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DF0898D-B9C6-B0BD-5EAC-85D6335922C7}"/>
              </a:ext>
            </a:extLst>
          </p:cNvPr>
          <p:cNvGrpSpPr/>
          <p:nvPr/>
        </p:nvGrpSpPr>
        <p:grpSpPr>
          <a:xfrm>
            <a:off x="609600" y="1752600"/>
            <a:ext cx="6084272" cy="2260817"/>
            <a:chOff x="609600" y="1752600"/>
            <a:chExt cx="6084272" cy="2260817"/>
          </a:xfrm>
        </p:grpSpPr>
        <p:pic>
          <p:nvPicPr>
            <p:cNvPr id="4" name="Image 2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09600" y="1790700"/>
              <a:ext cx="381000" cy="381000"/>
            </a:xfrm>
            <a:prstGeom prst="rect">
              <a:avLst/>
            </a:prstGeom>
          </p:spPr>
        </p:pic>
        <p:pic>
          <p:nvPicPr>
            <p:cNvPr id="5" name="Image 3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23900" y="1905000"/>
              <a:ext cx="152400" cy="152400"/>
            </a:xfrm>
            <a:prstGeom prst="rect">
              <a:avLst/>
            </a:prstGeom>
          </p:spPr>
        </p:pic>
        <p:pic>
          <p:nvPicPr>
            <p:cNvPr id="6" name="Image 4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09600" y="2362200"/>
              <a:ext cx="381000" cy="381000"/>
            </a:xfrm>
            <a:prstGeom prst="rect">
              <a:avLst/>
            </a:prstGeom>
          </p:spPr>
        </p:pic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42950" y="2476500"/>
              <a:ext cx="114300" cy="152400"/>
            </a:xfrm>
            <a:prstGeom prst="rect">
              <a:avLst/>
            </a:prstGeom>
          </p:spPr>
        </p:pic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09600" y="3048000"/>
              <a:ext cx="381000" cy="381000"/>
            </a:xfrm>
            <a:prstGeom prst="rect">
              <a:avLst/>
            </a:prstGeom>
          </p:spPr>
        </p:pic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23900" y="3162300"/>
              <a:ext cx="152400" cy="152400"/>
            </a:xfrm>
            <a:prstGeom prst="rect">
              <a:avLst/>
            </a:prstGeom>
          </p:spPr>
        </p:pic>
        <p:pic>
          <p:nvPicPr>
            <p:cNvPr id="10" name="Image 8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09600" y="3594317"/>
              <a:ext cx="381000" cy="381000"/>
            </a:xfrm>
            <a:prstGeom prst="rect">
              <a:avLst/>
            </a:prstGeom>
          </p:spPr>
        </p:pic>
        <p:pic>
          <p:nvPicPr>
            <p:cNvPr id="11" name="Image 9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23900" y="3708617"/>
              <a:ext cx="152400" cy="152400"/>
            </a:xfrm>
            <a:prstGeom prst="rect">
              <a:avLst/>
            </a:prstGeom>
          </p:spPr>
        </p:pic>
        <p:sp>
          <p:nvSpPr>
            <p:cNvPr id="22" name="Text 3"/>
            <p:cNvSpPr/>
            <p:nvPr/>
          </p:nvSpPr>
          <p:spPr>
            <a:xfrm>
              <a:off x="1143000" y="1752600"/>
              <a:ext cx="5550872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b="1" dirty="0">
                  <a:solidFill>
                    <a:srgbClr val="1F2937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Personalized Recommendations</a:t>
              </a:r>
              <a:endParaRPr lang="en-US" sz="1400" dirty="0"/>
            </a:p>
          </p:txBody>
        </p:sp>
        <p:sp>
          <p:nvSpPr>
            <p:cNvPr id="23" name="Text 4"/>
            <p:cNvSpPr/>
            <p:nvPr/>
          </p:nvSpPr>
          <p:spPr>
            <a:xfrm>
              <a:off x="1143000" y="1981200"/>
              <a:ext cx="5550872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dirty="0">
                  <a:solidFill>
                    <a:srgbClr val="4B5563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suggestions tailored to individual learning patterns</a:t>
              </a:r>
              <a:endParaRPr lang="en-US" sz="1400" dirty="0"/>
            </a:p>
          </p:txBody>
        </p:sp>
        <p:sp>
          <p:nvSpPr>
            <p:cNvPr id="24" name="Text 5"/>
            <p:cNvSpPr/>
            <p:nvPr/>
          </p:nvSpPr>
          <p:spPr>
            <a:xfrm>
              <a:off x="1143000" y="2324100"/>
              <a:ext cx="3946029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b="1" dirty="0">
                  <a:solidFill>
                    <a:srgbClr val="1F2937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Smart Insights</a:t>
              </a:r>
              <a:endParaRPr lang="en-US" sz="1400" dirty="0"/>
            </a:p>
          </p:txBody>
        </p:sp>
        <p:sp>
          <p:nvSpPr>
            <p:cNvPr id="25" name="Text 6"/>
            <p:cNvSpPr/>
            <p:nvPr/>
          </p:nvSpPr>
          <p:spPr>
            <a:xfrm>
              <a:off x="1143000" y="2552700"/>
              <a:ext cx="4735235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dirty="0">
                  <a:solidFill>
                    <a:srgbClr val="4B5563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Actionable insights based on performance analytics</a:t>
              </a:r>
              <a:endParaRPr lang="en-US" sz="1400" dirty="0"/>
            </a:p>
          </p:txBody>
        </p:sp>
        <p:sp>
          <p:nvSpPr>
            <p:cNvPr id="26" name="Text 7"/>
            <p:cNvSpPr/>
            <p:nvPr/>
          </p:nvSpPr>
          <p:spPr>
            <a:xfrm>
              <a:off x="1143000" y="2895600"/>
              <a:ext cx="464820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b="1" dirty="0">
                  <a:solidFill>
                    <a:srgbClr val="1F2937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Optimal Timing</a:t>
              </a:r>
              <a:endParaRPr lang="en-US" sz="1400" dirty="0"/>
            </a:p>
          </p:txBody>
        </p:sp>
        <p:sp>
          <p:nvSpPr>
            <p:cNvPr id="27" name="Text 8"/>
            <p:cNvSpPr/>
            <p:nvPr/>
          </p:nvSpPr>
          <p:spPr>
            <a:xfrm>
              <a:off x="1143000" y="3124200"/>
              <a:ext cx="4648200" cy="4572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dirty="0">
                  <a:solidFill>
                    <a:srgbClr val="4B5563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Suggestions for best study times based on productivity patterns</a:t>
              </a:r>
              <a:endParaRPr lang="en-US" sz="1400" dirty="0"/>
            </a:p>
          </p:txBody>
        </p:sp>
        <p:sp>
          <p:nvSpPr>
            <p:cNvPr id="28" name="Text 9"/>
            <p:cNvSpPr/>
            <p:nvPr/>
          </p:nvSpPr>
          <p:spPr>
            <a:xfrm>
              <a:off x="1143000" y="3556217"/>
              <a:ext cx="4904899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b="1" dirty="0">
                  <a:solidFill>
                    <a:srgbClr val="1F2937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Adaptive Learning Paths</a:t>
              </a:r>
              <a:endParaRPr lang="en-US" sz="1400" dirty="0"/>
            </a:p>
          </p:txBody>
        </p:sp>
        <p:sp>
          <p:nvSpPr>
            <p:cNvPr id="29" name="Text 10"/>
            <p:cNvSpPr/>
            <p:nvPr/>
          </p:nvSpPr>
          <p:spPr>
            <a:xfrm>
              <a:off x="1143000" y="3784817"/>
              <a:ext cx="4904899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400" dirty="0">
                  <a:solidFill>
                    <a:srgbClr val="4B5563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Dynamic recommendations that evolve with progress</a:t>
              </a:r>
              <a:endParaRPr lang="en-US" sz="1400" dirty="0"/>
            </a:p>
          </p:txBody>
        </p:sp>
      </p:grpSp>
      <p:sp>
        <p:nvSpPr>
          <p:cNvPr id="32" name="Text 13"/>
          <p:cNvSpPr/>
          <p:nvPr/>
        </p:nvSpPr>
        <p:spPr>
          <a:xfrm>
            <a:off x="6743700" y="4610100"/>
            <a:ext cx="4953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3" name="Text 14"/>
          <p:cNvSpPr/>
          <p:nvPr/>
        </p:nvSpPr>
        <p:spPr>
          <a:xfrm>
            <a:off x="6515100" y="4876800"/>
            <a:ext cx="4953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Analyzes your study patterns, performance, and goals to provide personalized suggestions tailored to your learning style.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414BE3-2FE6-7CE4-99DD-EE8839DCAA5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778592"/>
            <a:ext cx="5093724" cy="339581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63996-6A70-BC12-DC37-C7EB02A3D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Image 1" descr="preencoded.png">
            <a:extLst>
              <a:ext uri="{FF2B5EF4-FFF2-40B4-BE49-F238E27FC236}">
                <a16:creationId xmlns:a16="http://schemas.microsoft.com/office/drawing/2014/main" id="{DB784AE0-888F-22B7-0F13-37811E3F5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9256" y="806226"/>
            <a:ext cx="914400" cy="38100"/>
          </a:xfrm>
          <a:prstGeom prst="rect">
            <a:avLst/>
          </a:prstGeom>
        </p:spPr>
      </p:pic>
      <p:sp>
        <p:nvSpPr>
          <p:cNvPr id="64" name="Text 1">
            <a:extLst>
              <a:ext uri="{FF2B5EF4-FFF2-40B4-BE49-F238E27FC236}">
                <a16:creationId xmlns:a16="http://schemas.microsoft.com/office/drawing/2014/main" id="{FD608D06-4D4F-70D1-BE5A-48883E78569B}"/>
              </a:ext>
            </a:extLst>
          </p:cNvPr>
          <p:cNvSpPr/>
          <p:nvPr/>
        </p:nvSpPr>
        <p:spPr>
          <a:xfrm>
            <a:off x="551232" y="310926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Exams and Courses screen </a:t>
            </a:r>
            <a:endParaRPr lang="he-IL" sz="2700" b="1" dirty="0">
              <a:solidFill>
                <a:srgbClr val="1F2937"/>
              </a:solidFill>
              <a:latin typeface="ui-sans-serif" pitchFamily="34" charset="0"/>
              <a:ea typeface="ui-sans-serif" pitchFamily="34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D5446-511A-FD6A-F39F-AC0F188E5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4410" y="0"/>
            <a:ext cx="3810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9E7ED8-D215-C8EC-6411-95EAD5E75E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3810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DC1A48-575E-0390-DD61-40B8C564B5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3810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E5AF2F-7437-B0FF-B901-ACEBF672DD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4410" y="0"/>
            <a:ext cx="3810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050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1">
            <a:alpha val="3939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8D59A54-E53B-1B0D-BD1B-8C673F1098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65308"/>
            <a:ext cx="11467945" cy="652738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085850"/>
            <a:ext cx="914400" cy="38100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353121" y="564995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ERD (Database)</a:t>
            </a:r>
            <a:endParaRPr lang="en-US" sz="2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097" y="1219200"/>
            <a:ext cx="1828800" cy="381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111D6AC-D24A-6BDD-7619-6EE7C87C6129}"/>
              </a:ext>
            </a:extLst>
          </p:cNvPr>
          <p:cNvGrpSpPr/>
          <p:nvPr/>
        </p:nvGrpSpPr>
        <p:grpSpPr>
          <a:xfrm>
            <a:off x="1018406" y="1590427"/>
            <a:ext cx="10630537" cy="4360468"/>
            <a:chOff x="1063176" y="1356749"/>
            <a:chExt cx="9879956" cy="3832485"/>
          </a:xfrm>
        </p:grpSpPr>
        <p:pic>
          <p:nvPicPr>
            <p:cNvPr id="4" name="Image 2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37343" y="1376069"/>
              <a:ext cx="285750" cy="228600"/>
            </a:xfrm>
            <a:prstGeom prst="rect">
              <a:avLst/>
            </a:prstGeom>
          </p:spPr>
        </p:pic>
        <p:pic>
          <p:nvPicPr>
            <p:cNvPr id="5" name="Image 3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538629" y="1921257"/>
              <a:ext cx="381000" cy="381000"/>
            </a:xfrm>
            <a:prstGeom prst="rect">
              <a:avLst/>
            </a:prstGeom>
          </p:spPr>
        </p:pic>
        <p:pic>
          <p:nvPicPr>
            <p:cNvPr id="6" name="Image 4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662454" y="2035557"/>
              <a:ext cx="133350" cy="152400"/>
            </a:xfrm>
            <a:prstGeom prst="rect">
              <a:avLst/>
            </a:prstGeom>
          </p:spPr>
        </p:pic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534851" y="2438424"/>
              <a:ext cx="381000" cy="381000"/>
            </a:xfrm>
            <a:prstGeom prst="rect">
              <a:avLst/>
            </a:prstGeom>
          </p:spPr>
        </p:pic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658676" y="2552723"/>
              <a:ext cx="133350" cy="152400"/>
            </a:xfrm>
            <a:prstGeom prst="rect">
              <a:avLst/>
            </a:prstGeom>
          </p:spPr>
        </p:pic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544376" y="2929083"/>
              <a:ext cx="381000" cy="381000"/>
            </a:xfrm>
            <a:prstGeom prst="rect">
              <a:avLst/>
            </a:prstGeom>
          </p:spPr>
        </p:pic>
        <p:pic>
          <p:nvPicPr>
            <p:cNvPr id="10" name="Image 8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658676" y="3043384"/>
              <a:ext cx="152400" cy="152400"/>
            </a:xfrm>
            <a:prstGeom prst="rect">
              <a:avLst/>
            </a:prstGeom>
          </p:spPr>
        </p:pic>
        <p:pic>
          <p:nvPicPr>
            <p:cNvPr id="11" name="Image 9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165495" y="3836141"/>
              <a:ext cx="228600" cy="228600"/>
            </a:xfrm>
            <a:prstGeom prst="rect">
              <a:avLst/>
            </a:prstGeom>
          </p:spPr>
        </p:pic>
        <p:pic>
          <p:nvPicPr>
            <p:cNvPr id="12" name="Image 10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005854" y="4312934"/>
              <a:ext cx="381000" cy="381000"/>
            </a:xfrm>
            <a:prstGeom prst="rect">
              <a:avLst/>
            </a:prstGeom>
          </p:spPr>
        </p:pic>
        <p:pic>
          <p:nvPicPr>
            <p:cNvPr id="13" name="Image 11" descr="preencoded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129679" y="4427234"/>
              <a:ext cx="133350" cy="152400"/>
            </a:xfrm>
            <a:prstGeom prst="rect">
              <a:avLst/>
            </a:prstGeom>
          </p:spPr>
        </p:pic>
        <p:pic>
          <p:nvPicPr>
            <p:cNvPr id="14" name="Image 12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000051" y="4808234"/>
              <a:ext cx="381000" cy="381000"/>
            </a:xfrm>
            <a:prstGeom prst="rect">
              <a:avLst/>
            </a:prstGeom>
          </p:spPr>
        </p:pic>
        <p:pic>
          <p:nvPicPr>
            <p:cNvPr id="15" name="Image 13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095303" y="4922534"/>
              <a:ext cx="190500" cy="152400"/>
            </a:xfrm>
            <a:prstGeom prst="rect">
              <a:avLst/>
            </a:prstGeom>
          </p:spPr>
        </p:pic>
        <p:pic>
          <p:nvPicPr>
            <p:cNvPr id="21" name="Image 19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743107" y="3830878"/>
              <a:ext cx="200025" cy="228600"/>
            </a:xfrm>
            <a:prstGeom prst="rect">
              <a:avLst/>
            </a:prstGeom>
          </p:spPr>
        </p:pic>
        <p:pic>
          <p:nvPicPr>
            <p:cNvPr id="22" name="Image 20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544375" y="4312932"/>
              <a:ext cx="381000" cy="381000"/>
            </a:xfrm>
            <a:prstGeom prst="rect">
              <a:avLst/>
            </a:prstGeom>
          </p:spPr>
        </p:pic>
        <p:pic>
          <p:nvPicPr>
            <p:cNvPr id="23" name="Image 21" descr="preencoded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658676" y="4427233"/>
              <a:ext cx="152400" cy="152400"/>
            </a:xfrm>
            <a:prstGeom prst="rect">
              <a:avLst/>
            </a:prstGeom>
          </p:spPr>
        </p:pic>
        <p:pic>
          <p:nvPicPr>
            <p:cNvPr id="24" name="Image 22" descr="preencoded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548998" y="4808234"/>
              <a:ext cx="381000" cy="381000"/>
            </a:xfrm>
            <a:prstGeom prst="rect">
              <a:avLst/>
            </a:prstGeom>
          </p:spPr>
        </p:pic>
        <p:pic>
          <p:nvPicPr>
            <p:cNvPr id="25" name="Image 23" descr="preencoded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0677165" y="4922533"/>
              <a:ext cx="171450" cy="152400"/>
            </a:xfrm>
            <a:prstGeom prst="rect">
              <a:avLst/>
            </a:prstGeom>
          </p:spPr>
        </p:pic>
        <p:sp>
          <p:nvSpPr>
            <p:cNvPr id="28" name="Text 2"/>
            <p:cNvSpPr/>
            <p:nvPr/>
          </p:nvSpPr>
          <p:spPr>
            <a:xfrm>
              <a:off x="6649323" y="1356749"/>
              <a:ext cx="3807447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r" rtl="1">
                <a:lnSpc>
                  <a:spcPts val="2400"/>
                </a:lnSpc>
                <a:buNone/>
              </a:pPr>
              <a:r>
                <a:rPr lang="he-IL" sz="2000" b="1" dirty="0">
                  <a:solidFill>
                    <a:srgbClr val="374151"/>
                  </a:solidFill>
                  <a:latin typeface="ui-sans-serif" pitchFamily="34" charset="0"/>
                  <a:ea typeface="ui-sans-serif" pitchFamily="34" charset="-122"/>
                </a:rPr>
                <a:t>דרישות מערכת</a:t>
              </a:r>
              <a:endParaRPr lang="en-US" sz="2000" dirty="0"/>
            </a:p>
          </p:txBody>
        </p:sp>
        <p:sp>
          <p:nvSpPr>
            <p:cNvPr id="29" name="Text 3"/>
            <p:cNvSpPr/>
            <p:nvPr/>
          </p:nvSpPr>
          <p:spPr>
            <a:xfrm>
              <a:off x="7121706" y="1848032"/>
              <a:ext cx="3293097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algn="r" rtl="1">
                <a:lnSpc>
                  <a:spcPts val="2100"/>
                </a:lnSpc>
              </a:pPr>
              <a:r>
                <a:rPr lang="he-IL" sz="1400" dirty="0"/>
                <a:t>- ניהול משתמשים ופרופיל אישי</a:t>
              </a:r>
              <a:br>
                <a:rPr lang="en-US" sz="1400" dirty="0"/>
              </a:br>
              <a:r>
                <a:rPr lang="he-IL" sz="1400" dirty="0"/>
                <a:t>- התאמה אישית חכמה</a:t>
              </a:r>
              <a:endParaRPr lang="en-US" sz="1400" dirty="0"/>
            </a:p>
          </p:txBody>
        </p:sp>
        <p:sp>
          <p:nvSpPr>
            <p:cNvPr id="30" name="Text 4"/>
            <p:cNvSpPr/>
            <p:nvPr/>
          </p:nvSpPr>
          <p:spPr>
            <a:xfrm>
              <a:off x="6404595" y="2388557"/>
              <a:ext cx="400643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algn="r">
                <a:lnSpc>
                  <a:spcPts val="2100"/>
                </a:lnSpc>
              </a:pPr>
              <a:r>
                <a:rPr lang="he-IL" sz="1400" dirty="0"/>
                <a:t>- ניהול משימות מלא (תיעדוף, הערכת זמן, חלוקה לפי קורס)</a:t>
              </a:r>
              <a:br>
                <a:rPr lang="en-US" sz="1400" dirty="0"/>
              </a:br>
              <a:r>
                <a:rPr lang="he-IL" sz="1400" dirty="0"/>
                <a:t>- חיזוי עומסים</a:t>
              </a:r>
              <a:endParaRPr lang="en-US" sz="1400" dirty="0"/>
            </a:p>
          </p:txBody>
        </p:sp>
        <p:sp>
          <p:nvSpPr>
            <p:cNvPr id="31" name="Text 5"/>
            <p:cNvSpPr/>
            <p:nvPr/>
          </p:nvSpPr>
          <p:spPr>
            <a:xfrm>
              <a:off x="6450960" y="2929082"/>
              <a:ext cx="3968182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algn="r">
                <a:lnSpc>
                  <a:spcPts val="2100"/>
                </a:lnSpc>
              </a:pPr>
              <a:r>
                <a:rPr lang="he-IL" sz="1400" dirty="0"/>
                <a:t>- מעקב התקדמות (הצגת ביצועים, מעקב אחר היעדים שנקבעו	  והשוואה בין תכנון לביצוע).</a:t>
              </a:r>
              <a:endParaRPr lang="en-US" sz="1400" dirty="0"/>
            </a:p>
          </p:txBody>
        </p:sp>
        <p:sp>
          <p:nvSpPr>
            <p:cNvPr id="32" name="Text 6"/>
            <p:cNvSpPr/>
            <p:nvPr/>
          </p:nvSpPr>
          <p:spPr>
            <a:xfrm>
              <a:off x="1063176" y="3803804"/>
              <a:ext cx="3864597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r" defTabSz="914400" rtl="1" eaLnBrk="1" latinLnBrk="0" hangingPunct="1">
                <a:lnSpc>
                  <a:spcPts val="2400"/>
                </a:lnSpc>
                <a:buNone/>
              </a:pPr>
              <a:r>
                <a:rPr lang="he-IL" sz="2000" b="1" dirty="0">
                  <a:solidFill>
                    <a:srgbClr val="374151"/>
                  </a:solidFill>
                  <a:latin typeface="ui-sans-serif" pitchFamily="34" charset="0"/>
                  <a:ea typeface="ui-sans-serif" pitchFamily="34" charset="-122"/>
                </a:rPr>
                <a:t>דרישות אבטחה</a:t>
              </a:r>
              <a:endParaRPr lang="en-US" sz="2000" dirty="0"/>
            </a:p>
          </p:txBody>
        </p:sp>
        <p:sp>
          <p:nvSpPr>
            <p:cNvPr id="33" name="Text 7"/>
            <p:cNvSpPr/>
            <p:nvPr/>
          </p:nvSpPr>
          <p:spPr>
            <a:xfrm>
              <a:off x="1790673" y="4365026"/>
              <a:ext cx="3095134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algn="r">
                <a:lnSpc>
                  <a:spcPts val="2100"/>
                </a:lnSpc>
              </a:pPr>
              <a:r>
                <a:rPr lang="he-IL" sz="1400" dirty="0"/>
                <a:t>- הצפנה ואחסון מאובטח של כל הנתונים</a:t>
              </a:r>
              <a:endParaRPr lang="en-US" sz="1400" dirty="0"/>
            </a:p>
          </p:txBody>
        </p:sp>
        <p:sp>
          <p:nvSpPr>
            <p:cNvPr id="34" name="Text 8"/>
            <p:cNvSpPr/>
            <p:nvPr/>
          </p:nvSpPr>
          <p:spPr>
            <a:xfrm>
              <a:off x="1795011" y="4865382"/>
              <a:ext cx="3095134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algn="r"/>
              <a:r>
                <a:rPr lang="he-IL" sz="1400" dirty="0"/>
                <a:t>- הגבלת הרשאות ושמירה על פרטיות סטודנטים</a:t>
              </a:r>
            </a:p>
          </p:txBody>
        </p:sp>
        <p:sp>
          <p:nvSpPr>
            <p:cNvPr id="38" name="Text 12"/>
            <p:cNvSpPr/>
            <p:nvPr/>
          </p:nvSpPr>
          <p:spPr>
            <a:xfrm>
              <a:off x="6738822" y="3802389"/>
              <a:ext cx="3891994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r">
                <a:lnSpc>
                  <a:spcPts val="2400"/>
                </a:lnSpc>
                <a:buNone/>
              </a:pPr>
              <a:r>
                <a:rPr lang="he-IL" sz="2000" b="1" dirty="0">
                  <a:solidFill>
                    <a:srgbClr val="374151"/>
                  </a:solidFill>
                  <a:latin typeface="ui-sans-serif" pitchFamily="34" charset="0"/>
                  <a:ea typeface="ui-sans-serif" pitchFamily="34" charset="-122"/>
                </a:rPr>
                <a:t>ניהול נתונים</a:t>
              </a:r>
              <a:endParaRPr lang="en-US" sz="2000" dirty="0"/>
            </a:p>
          </p:txBody>
        </p:sp>
        <p:sp>
          <p:nvSpPr>
            <p:cNvPr id="39" name="Text 13"/>
            <p:cNvSpPr/>
            <p:nvPr/>
          </p:nvSpPr>
          <p:spPr>
            <a:xfrm>
              <a:off x="7320960" y="4370081"/>
              <a:ext cx="3093956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r">
                <a:lnSpc>
                  <a:spcPts val="2100"/>
                </a:lnSpc>
                <a:buNone/>
              </a:pPr>
              <a:r>
                <a:rPr lang="he-IL" sz="1400" dirty="0"/>
                <a:t>- סנכרון נתונים בזמן אמת</a:t>
              </a:r>
              <a:endParaRPr lang="en-US" sz="1400" dirty="0"/>
            </a:p>
          </p:txBody>
        </p:sp>
        <p:sp>
          <p:nvSpPr>
            <p:cNvPr id="40" name="Text 14"/>
            <p:cNvSpPr/>
            <p:nvPr/>
          </p:nvSpPr>
          <p:spPr>
            <a:xfrm>
              <a:off x="6650331" y="4865382"/>
              <a:ext cx="3769208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algn="r"/>
              <a:r>
                <a:rPr lang="he-IL" sz="1400" dirty="0"/>
                <a:t>- איחוד מידע ממספר מקורות למבנה נתונים אחיד</a:t>
              </a:r>
            </a:p>
          </p:txBody>
        </p:sp>
      </p:grpSp>
      <p:sp>
        <p:nvSpPr>
          <p:cNvPr id="41" name="Text 1">
            <a:extLst>
              <a:ext uri="{FF2B5EF4-FFF2-40B4-BE49-F238E27FC236}">
                <a16:creationId xmlns:a16="http://schemas.microsoft.com/office/drawing/2014/main" id="{44CED2FD-086E-8BCD-0232-F052296FCFB3}"/>
              </a:ext>
            </a:extLst>
          </p:cNvPr>
          <p:cNvSpPr/>
          <p:nvPr/>
        </p:nvSpPr>
        <p:spPr>
          <a:xfrm>
            <a:off x="402654" y="7620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he-IL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דרישות פונקציונאליות</a:t>
            </a:r>
          </a:p>
        </p:txBody>
      </p:sp>
      <p:pic>
        <p:nvPicPr>
          <p:cNvPr id="26" name="Image 14" descr="preencoded.png">
            <a:extLst>
              <a:ext uri="{FF2B5EF4-FFF2-40B4-BE49-F238E27FC236}">
                <a16:creationId xmlns:a16="http://schemas.microsoft.com/office/drawing/2014/main" id="{01CDFE94-0FDC-F2A1-28D2-F2798786D83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60109" y="1644922"/>
            <a:ext cx="184475" cy="260093"/>
          </a:xfrm>
          <a:prstGeom prst="rect">
            <a:avLst/>
          </a:prstGeom>
        </p:spPr>
      </p:pic>
      <p:pic>
        <p:nvPicPr>
          <p:cNvPr id="27" name="Image 15" descr="preencoded.png">
            <a:extLst>
              <a:ext uri="{FF2B5EF4-FFF2-40B4-BE49-F238E27FC236}">
                <a16:creationId xmlns:a16="http://schemas.microsoft.com/office/drawing/2014/main" id="{1AF6FB04-2372-1D50-79B0-C5F44FBC8339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256035" y="2251019"/>
            <a:ext cx="409945" cy="433489"/>
          </a:xfrm>
          <a:prstGeom prst="rect">
            <a:avLst/>
          </a:prstGeom>
        </p:spPr>
      </p:pic>
      <p:pic>
        <p:nvPicPr>
          <p:cNvPr id="42" name="Image 16" descr="preencoded.png">
            <a:extLst>
              <a:ext uri="{FF2B5EF4-FFF2-40B4-BE49-F238E27FC236}">
                <a16:creationId xmlns:a16="http://schemas.microsoft.com/office/drawing/2014/main" id="{CD4FC69E-9E9A-41A5-E7AA-A85B54363CC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368771" y="2381066"/>
            <a:ext cx="184475" cy="173395"/>
          </a:xfrm>
          <a:prstGeom prst="rect">
            <a:avLst/>
          </a:prstGeom>
        </p:spPr>
      </p:pic>
      <p:pic>
        <p:nvPicPr>
          <p:cNvPr id="43" name="Image 17" descr="preencoded.png">
            <a:extLst>
              <a:ext uri="{FF2B5EF4-FFF2-40B4-BE49-F238E27FC236}">
                <a16:creationId xmlns:a16="http://schemas.microsoft.com/office/drawing/2014/main" id="{73125FAA-05C5-6AD7-1E0D-434CA106692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56035" y="2814554"/>
            <a:ext cx="409945" cy="433489"/>
          </a:xfrm>
          <a:prstGeom prst="rect">
            <a:avLst/>
          </a:prstGeom>
        </p:spPr>
      </p:pic>
      <p:pic>
        <p:nvPicPr>
          <p:cNvPr id="44" name="Image 18" descr="preencoded.png">
            <a:extLst>
              <a:ext uri="{FF2B5EF4-FFF2-40B4-BE49-F238E27FC236}">
                <a16:creationId xmlns:a16="http://schemas.microsoft.com/office/drawing/2014/main" id="{694F7CE1-4452-A97C-9407-8AE8BB52464C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389267" y="2944600"/>
            <a:ext cx="143481" cy="173395"/>
          </a:xfrm>
          <a:prstGeom prst="rect">
            <a:avLst/>
          </a:prstGeom>
        </p:spPr>
      </p:pic>
      <p:sp>
        <p:nvSpPr>
          <p:cNvPr id="45" name="Text 9">
            <a:extLst>
              <a:ext uri="{FF2B5EF4-FFF2-40B4-BE49-F238E27FC236}">
                <a16:creationId xmlns:a16="http://schemas.microsoft.com/office/drawing/2014/main" id="{6F1D89CB-48E6-35F6-DFDA-4EE7624AFB79}"/>
              </a:ext>
            </a:extLst>
          </p:cNvPr>
          <p:cNvSpPr/>
          <p:nvPr/>
        </p:nvSpPr>
        <p:spPr>
          <a:xfrm>
            <a:off x="1111523" y="1612409"/>
            <a:ext cx="4218415" cy="3467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he-IL" sz="20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</a:rPr>
              <a:t>ממשק משתמש</a:t>
            </a:r>
            <a:endParaRPr lang="en-US" sz="2000" dirty="0"/>
          </a:p>
        </p:txBody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8CFBC524-E87C-254A-2260-1565CCEB7483}"/>
              </a:ext>
            </a:extLst>
          </p:cNvPr>
          <p:cNvSpPr/>
          <p:nvPr/>
        </p:nvSpPr>
        <p:spPr>
          <a:xfrm>
            <a:off x="1042081" y="2369272"/>
            <a:ext cx="4080723" cy="3034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>
              <a:lnSpc>
                <a:spcPts val="2100"/>
              </a:lnSpc>
            </a:pPr>
            <a:r>
              <a:rPr lang="he-IL" sz="14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</a:rPr>
              <a:t>- </a:t>
            </a:r>
            <a:r>
              <a:rPr lang="he-IL" sz="1400" dirty="0"/>
              <a:t>הצגת עומס, משימות והתראות באופן ברור במבט ראשון</a:t>
            </a:r>
            <a:endParaRPr lang="en-US" sz="1400" dirty="0"/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610D80B4-F7FC-8319-E963-0F0067670A6F}"/>
              </a:ext>
            </a:extLst>
          </p:cNvPr>
          <p:cNvSpPr/>
          <p:nvPr/>
        </p:nvSpPr>
        <p:spPr>
          <a:xfrm>
            <a:off x="1793799" y="2892358"/>
            <a:ext cx="3329004" cy="3034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>
              <a:lnSpc>
                <a:spcPts val="2100"/>
              </a:lnSpc>
            </a:pPr>
            <a:r>
              <a:rPr lang="he-IL" sz="1400" dirty="0"/>
              <a:t>- ניווט אינטואיטיבי וזרימת עבודה פשוטה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EDF3F6-C10A-0439-AB7B-AFC2E5F40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775" y="185598"/>
            <a:ext cx="9039225" cy="6486803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B636770A-4174-DD3A-40E7-240E3EEF9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085850"/>
            <a:ext cx="914400" cy="38100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C58E9BB9-F12D-C0C2-3DFF-462CD158F26B}"/>
              </a:ext>
            </a:extLst>
          </p:cNvPr>
          <p:cNvSpPr/>
          <p:nvPr/>
        </p:nvSpPr>
        <p:spPr>
          <a:xfrm>
            <a:off x="609600" y="536422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BPMN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17903942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1352550"/>
            <a:ext cx="1219200" cy="38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050" y="1878291"/>
            <a:ext cx="5343525" cy="3810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5123" y="2097366"/>
            <a:ext cx="228600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8322" y="2519854"/>
            <a:ext cx="4943475" cy="2438400"/>
          </a:xfrm>
          <a:prstGeom prst="rect">
            <a:avLst/>
          </a:prstGeom>
        </p:spPr>
      </p:pic>
      <p:sp>
        <p:nvSpPr>
          <p:cNvPr id="28" name="Text 1"/>
          <p:cNvSpPr/>
          <p:nvPr/>
        </p:nvSpPr>
        <p:spPr>
          <a:xfrm>
            <a:off x="609601" y="9144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3000"/>
              </a:lnSpc>
              <a:buNone/>
            </a:pPr>
            <a:r>
              <a:rPr lang="he-IL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אלמנט חכם</a:t>
            </a:r>
            <a:endParaRPr lang="en-US" sz="2700" dirty="0"/>
          </a:p>
        </p:txBody>
      </p:sp>
      <p:sp>
        <p:nvSpPr>
          <p:cNvPr id="29" name="Text 2"/>
          <p:cNvSpPr/>
          <p:nvPr/>
        </p:nvSpPr>
        <p:spPr>
          <a:xfrm>
            <a:off x="6619580" y="2056517"/>
            <a:ext cx="383219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he-IL" b="1" dirty="0">
                <a:solidFill>
                  <a:srgbClr val="5EEAD4"/>
                </a:solidFill>
                <a:latin typeface="ui-sans-serif" pitchFamily="34" charset="0"/>
                <a:ea typeface="ui-sans-serif" pitchFamily="34" charset="-122"/>
              </a:rPr>
              <a:t>ניתוח עומסים חכם</a:t>
            </a:r>
            <a:endParaRPr lang="en-US" sz="1800" dirty="0"/>
          </a:p>
        </p:txBody>
      </p:sp>
      <p:sp>
        <p:nvSpPr>
          <p:cNvPr id="30" name="Text 3"/>
          <p:cNvSpPr/>
          <p:nvPr/>
        </p:nvSpPr>
        <p:spPr>
          <a:xfrm>
            <a:off x="6286500" y="5116791"/>
            <a:ext cx="496252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/>
            <a:r>
              <a:rPr lang="he-IL" sz="1050" b="1" dirty="0">
                <a:solidFill>
                  <a:schemeClr val="bg1"/>
                </a:solidFill>
              </a:rPr>
              <a:t>המערכת תעשה שימוש בנתונים שהוזנו על ידי המשתמש כדי להציג עומסים צפויים ולהציע תכנון מותאם לשבוע הקרוב.</a:t>
            </a:r>
          </a:p>
        </p:txBody>
      </p:sp>
      <p:pic>
        <p:nvPicPr>
          <p:cNvPr id="46" name="Image 15" descr="preencoded.png">
            <a:extLst>
              <a:ext uri="{FF2B5EF4-FFF2-40B4-BE49-F238E27FC236}">
                <a16:creationId xmlns:a16="http://schemas.microsoft.com/office/drawing/2014/main" id="{E53EE5AF-3383-F549-3092-72749D1BE8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612" y="1878291"/>
            <a:ext cx="5343525" cy="3810000"/>
          </a:xfrm>
          <a:prstGeom prst="rect">
            <a:avLst/>
          </a:prstGeom>
        </p:spPr>
      </p:pic>
      <p:pic>
        <p:nvPicPr>
          <p:cNvPr id="47" name="Image 16" descr="preencoded.png">
            <a:extLst>
              <a:ext uri="{FF2B5EF4-FFF2-40B4-BE49-F238E27FC236}">
                <a16:creationId xmlns:a16="http://schemas.microsoft.com/office/drawing/2014/main" id="{A94A0465-2001-6728-2490-DA42590F4E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2498" y="2094617"/>
            <a:ext cx="228600" cy="228600"/>
          </a:xfrm>
          <a:prstGeom prst="rect">
            <a:avLst/>
          </a:prstGeom>
        </p:spPr>
      </p:pic>
      <p:pic>
        <p:nvPicPr>
          <p:cNvPr id="48" name="Image 17" descr="preencoded.png">
            <a:extLst>
              <a:ext uri="{FF2B5EF4-FFF2-40B4-BE49-F238E27FC236}">
                <a16:creationId xmlns:a16="http://schemas.microsoft.com/office/drawing/2014/main" id="{A961C270-D99C-5CEE-2FE3-F88AC2C9778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5866" y="2658165"/>
            <a:ext cx="381000" cy="381000"/>
          </a:xfrm>
          <a:prstGeom prst="rect">
            <a:avLst/>
          </a:prstGeom>
        </p:spPr>
      </p:pic>
      <p:pic>
        <p:nvPicPr>
          <p:cNvPr id="49" name="Image 18" descr="preencoded.png">
            <a:extLst>
              <a:ext uri="{FF2B5EF4-FFF2-40B4-BE49-F238E27FC236}">
                <a16:creationId xmlns:a16="http://schemas.microsoft.com/office/drawing/2014/main" id="{DED70ADF-CB3B-53FB-D6AF-8A54A64F9A6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50166" y="2772465"/>
            <a:ext cx="152400" cy="152400"/>
          </a:xfrm>
          <a:prstGeom prst="rect">
            <a:avLst/>
          </a:prstGeom>
        </p:spPr>
      </p:pic>
      <p:pic>
        <p:nvPicPr>
          <p:cNvPr id="50" name="Image 19" descr="preencoded.png">
            <a:extLst>
              <a:ext uri="{FF2B5EF4-FFF2-40B4-BE49-F238E27FC236}">
                <a16:creationId xmlns:a16="http://schemas.microsoft.com/office/drawing/2014/main" id="{B19A041C-4C74-47AF-12AC-6736A14BC0E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5866" y="3220140"/>
            <a:ext cx="381000" cy="381000"/>
          </a:xfrm>
          <a:prstGeom prst="rect">
            <a:avLst/>
          </a:prstGeom>
        </p:spPr>
      </p:pic>
      <p:pic>
        <p:nvPicPr>
          <p:cNvPr id="51" name="Image 20" descr="preencoded.png">
            <a:extLst>
              <a:ext uri="{FF2B5EF4-FFF2-40B4-BE49-F238E27FC236}">
                <a16:creationId xmlns:a16="http://schemas.microsoft.com/office/drawing/2014/main" id="{A3FE630D-770B-8B33-316F-4A326408C41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59691" y="3334440"/>
            <a:ext cx="133350" cy="152400"/>
          </a:xfrm>
          <a:prstGeom prst="rect">
            <a:avLst/>
          </a:prstGeom>
        </p:spPr>
      </p:pic>
      <p:pic>
        <p:nvPicPr>
          <p:cNvPr id="52" name="Image 21" descr="preencoded.png">
            <a:extLst>
              <a:ext uri="{FF2B5EF4-FFF2-40B4-BE49-F238E27FC236}">
                <a16:creationId xmlns:a16="http://schemas.microsoft.com/office/drawing/2014/main" id="{E0686D0E-6386-C4FE-8652-66C48CE22B2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35866" y="3782115"/>
            <a:ext cx="381000" cy="381000"/>
          </a:xfrm>
          <a:prstGeom prst="rect">
            <a:avLst/>
          </a:prstGeom>
        </p:spPr>
      </p:pic>
      <p:pic>
        <p:nvPicPr>
          <p:cNvPr id="53" name="Image 22" descr="preencoded.png">
            <a:extLst>
              <a:ext uri="{FF2B5EF4-FFF2-40B4-BE49-F238E27FC236}">
                <a16:creationId xmlns:a16="http://schemas.microsoft.com/office/drawing/2014/main" id="{B27F650F-64F7-54C0-3871-2DD35D3B91C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69216" y="3896415"/>
            <a:ext cx="114300" cy="152400"/>
          </a:xfrm>
          <a:prstGeom prst="rect">
            <a:avLst/>
          </a:prstGeom>
        </p:spPr>
      </p:pic>
      <p:pic>
        <p:nvPicPr>
          <p:cNvPr id="54" name="Image 23" descr="preencoded.png">
            <a:extLst>
              <a:ext uri="{FF2B5EF4-FFF2-40B4-BE49-F238E27FC236}">
                <a16:creationId xmlns:a16="http://schemas.microsoft.com/office/drawing/2014/main" id="{C39FE3A0-CC62-D7C8-B75B-676AA588B54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5866" y="4344090"/>
            <a:ext cx="381000" cy="381000"/>
          </a:xfrm>
          <a:prstGeom prst="rect">
            <a:avLst/>
          </a:prstGeom>
        </p:spPr>
      </p:pic>
      <p:pic>
        <p:nvPicPr>
          <p:cNvPr id="55" name="Image 24" descr="preencoded.png">
            <a:extLst>
              <a:ext uri="{FF2B5EF4-FFF2-40B4-BE49-F238E27FC236}">
                <a16:creationId xmlns:a16="http://schemas.microsoft.com/office/drawing/2014/main" id="{DA0FCE28-8452-AD96-E568-B65D91CFB96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50166" y="4458390"/>
            <a:ext cx="152400" cy="152400"/>
          </a:xfrm>
          <a:prstGeom prst="rect">
            <a:avLst/>
          </a:prstGeom>
        </p:spPr>
      </p:pic>
      <p:sp>
        <p:nvSpPr>
          <p:cNvPr id="56" name="Text 4">
            <a:extLst>
              <a:ext uri="{FF2B5EF4-FFF2-40B4-BE49-F238E27FC236}">
                <a16:creationId xmlns:a16="http://schemas.microsoft.com/office/drawing/2014/main" id="{24FC9654-EDEC-3277-285C-E6CAB3F21E7A}"/>
              </a:ext>
            </a:extLst>
          </p:cNvPr>
          <p:cNvSpPr/>
          <p:nvPr/>
        </p:nvSpPr>
        <p:spPr>
          <a:xfrm>
            <a:off x="1247775" y="2068791"/>
            <a:ext cx="387137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he-IL" b="1" dirty="0">
                <a:solidFill>
                  <a:srgbClr val="FDBA74"/>
                </a:solidFill>
                <a:latin typeface="ui-sans-serif" pitchFamily="34" charset="0"/>
                <a:ea typeface="ui-sans-serif" pitchFamily="34" charset="-122"/>
              </a:rPr>
              <a:t>פיצ׳רים עיקריים</a:t>
            </a:r>
            <a:endParaRPr lang="en-US" sz="1800" dirty="0"/>
          </a:p>
        </p:txBody>
      </p:sp>
      <p:sp>
        <p:nvSpPr>
          <p:cNvPr id="57" name="Text 5">
            <a:extLst>
              <a:ext uri="{FF2B5EF4-FFF2-40B4-BE49-F238E27FC236}">
                <a16:creationId xmlns:a16="http://schemas.microsoft.com/office/drawing/2014/main" id="{18148A0A-E71A-D820-20F7-38A50487E51A}"/>
              </a:ext>
            </a:extLst>
          </p:cNvPr>
          <p:cNvSpPr/>
          <p:nvPr/>
        </p:nvSpPr>
        <p:spPr>
          <a:xfrm>
            <a:off x="2302550" y="2649330"/>
            <a:ext cx="269704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he-IL" sz="1200" b="1" dirty="0">
                <a:solidFill>
                  <a:schemeClr val="bg1"/>
                </a:solidFill>
              </a:rPr>
              <a:t>סנכרון אוטומטי של מערכות ומטלות 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58" name="Text 6">
            <a:extLst>
              <a:ext uri="{FF2B5EF4-FFF2-40B4-BE49-F238E27FC236}">
                <a16:creationId xmlns:a16="http://schemas.microsoft.com/office/drawing/2014/main" id="{F5E5E538-D01F-C050-80D4-F2AB1188308B}"/>
              </a:ext>
            </a:extLst>
          </p:cNvPr>
          <p:cNvSpPr/>
          <p:nvPr/>
        </p:nvSpPr>
        <p:spPr>
          <a:xfrm>
            <a:off x="1490472" y="2877929"/>
            <a:ext cx="3509123" cy="1900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/>
            <a:r>
              <a:rPr lang="he-IL" sz="1100" dirty="0">
                <a:solidFill>
                  <a:schemeClr val="bg2"/>
                </a:solidFill>
              </a:rPr>
              <a:t>המערכת תשאב נתונים באופן אוטומטי ממערכות הלמידה ולוח השנה האישי</a:t>
            </a:r>
          </a:p>
        </p:txBody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29CDE006-12EE-887A-017B-CA6670AF3DA6}"/>
              </a:ext>
            </a:extLst>
          </p:cNvPr>
          <p:cNvSpPr/>
          <p:nvPr/>
        </p:nvSpPr>
        <p:spPr>
          <a:xfrm>
            <a:off x="2302550" y="3211305"/>
            <a:ext cx="269704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>
              <a:lnSpc>
                <a:spcPts val="1800"/>
              </a:lnSpc>
            </a:pPr>
            <a:r>
              <a:rPr lang="he-IL" sz="1200" b="1" dirty="0">
                <a:solidFill>
                  <a:schemeClr val="bg1"/>
                </a:solidFill>
              </a:rPr>
              <a:t>זיהוי עומסי למידה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60" name="Text 8">
            <a:extLst>
              <a:ext uri="{FF2B5EF4-FFF2-40B4-BE49-F238E27FC236}">
                <a16:creationId xmlns:a16="http://schemas.microsoft.com/office/drawing/2014/main" id="{2C15FA17-C31F-ECBE-6D1E-6ABEC1827551}"/>
              </a:ext>
            </a:extLst>
          </p:cNvPr>
          <p:cNvSpPr/>
          <p:nvPr/>
        </p:nvSpPr>
        <p:spPr>
          <a:xfrm>
            <a:off x="990204" y="3439905"/>
            <a:ext cx="4009392" cy="19001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/>
            <a:r>
              <a:rPr lang="he-IL" sz="1050" dirty="0">
                <a:solidFill>
                  <a:schemeClr val="bg1"/>
                </a:solidFill>
              </a:rPr>
              <a:t>המערכת תזהה תקופות עומס פוטנציאליות על בסיס ריבוי משימות, חפיפה בין מועדים ולוחות זמנים צפופים.</a:t>
            </a:r>
          </a:p>
        </p:txBody>
      </p:sp>
      <p:sp>
        <p:nvSpPr>
          <p:cNvPr id="61" name="Text 9">
            <a:extLst>
              <a:ext uri="{FF2B5EF4-FFF2-40B4-BE49-F238E27FC236}">
                <a16:creationId xmlns:a16="http://schemas.microsoft.com/office/drawing/2014/main" id="{9641BEF2-AEBE-7D3D-A3F2-559CD4F8C2EB}"/>
              </a:ext>
            </a:extLst>
          </p:cNvPr>
          <p:cNvSpPr/>
          <p:nvPr/>
        </p:nvSpPr>
        <p:spPr>
          <a:xfrm>
            <a:off x="2302550" y="3773280"/>
            <a:ext cx="269704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>
              <a:lnSpc>
                <a:spcPts val="1800"/>
              </a:lnSpc>
            </a:pPr>
            <a:r>
              <a:rPr lang="he-IL" sz="1200" b="1" dirty="0">
                <a:solidFill>
                  <a:schemeClr val="bg1"/>
                </a:solidFill>
              </a:rPr>
              <a:t>המלצות לתיעדוף משימות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62" name="Text 10">
            <a:extLst>
              <a:ext uri="{FF2B5EF4-FFF2-40B4-BE49-F238E27FC236}">
                <a16:creationId xmlns:a16="http://schemas.microsoft.com/office/drawing/2014/main" id="{E32F13A9-BB93-A23A-1DEE-F323427C755F}"/>
              </a:ext>
            </a:extLst>
          </p:cNvPr>
          <p:cNvSpPr/>
          <p:nvPr/>
        </p:nvSpPr>
        <p:spPr>
          <a:xfrm>
            <a:off x="990204" y="3983519"/>
            <a:ext cx="400939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 rtl="1"/>
            <a:r>
              <a:rPr lang="he-IL" sz="1050" dirty="0">
                <a:solidFill>
                  <a:schemeClr val="bg2"/>
                </a:solidFill>
              </a:rPr>
              <a:t>המערכת מציעה מה כדאי לבצע קודם לפי </a:t>
            </a:r>
            <a:r>
              <a:rPr lang="he-IL" sz="1050" dirty="0" err="1">
                <a:solidFill>
                  <a:schemeClr val="bg2"/>
                </a:solidFill>
              </a:rPr>
              <a:t>דדליין</a:t>
            </a:r>
            <a:r>
              <a:rPr lang="he-IL" sz="1050" dirty="0">
                <a:solidFill>
                  <a:schemeClr val="bg2"/>
                </a:solidFill>
              </a:rPr>
              <a:t>, עומס נוכחי וזמינות הלמידה של הסטודנט.</a:t>
            </a:r>
          </a:p>
        </p:txBody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FAD293ED-C0AA-2CA9-BD59-988DDAC6FA13}"/>
              </a:ext>
            </a:extLst>
          </p:cNvPr>
          <p:cNvSpPr/>
          <p:nvPr/>
        </p:nvSpPr>
        <p:spPr>
          <a:xfrm>
            <a:off x="2302550" y="4335255"/>
            <a:ext cx="269704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>
              <a:lnSpc>
                <a:spcPts val="1800"/>
              </a:lnSpc>
            </a:pPr>
            <a:r>
              <a:rPr lang="he-IL" sz="1200" b="1" dirty="0">
                <a:solidFill>
                  <a:schemeClr val="bg1"/>
                </a:solidFill>
              </a:rPr>
              <a:t>תובנות לשיפור הרגלי למידה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64" name="Text 12">
            <a:extLst>
              <a:ext uri="{FF2B5EF4-FFF2-40B4-BE49-F238E27FC236}">
                <a16:creationId xmlns:a16="http://schemas.microsoft.com/office/drawing/2014/main" id="{C346369F-CD08-9FCF-8A40-43DD691B2CA4}"/>
              </a:ext>
            </a:extLst>
          </p:cNvPr>
          <p:cNvSpPr/>
          <p:nvPr/>
        </p:nvSpPr>
        <p:spPr>
          <a:xfrm>
            <a:off x="1115568" y="4563855"/>
            <a:ext cx="388402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/>
            <a:r>
              <a:rPr lang="he-IL" sz="1050" dirty="0">
                <a:solidFill>
                  <a:schemeClr val="bg1"/>
                </a:solidFill>
              </a:rPr>
              <a:t>המערכת תסייע למשתמש להבין את עומס הלמידה שלו, לתכנן זמן בצורה יעילה יותר ולהפחית לחץ מיותר.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49C7D28-F386-3A9E-70B7-FEF664129E46}"/>
              </a:ext>
            </a:extLst>
          </p:cNvPr>
          <p:cNvSpPr/>
          <p:nvPr/>
        </p:nvSpPr>
        <p:spPr>
          <a:xfrm>
            <a:off x="6342926" y="3440351"/>
            <a:ext cx="4757195" cy="95446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47A8DF3-5ADF-0330-6FBB-15E5A0BA4E2C}"/>
              </a:ext>
            </a:extLst>
          </p:cNvPr>
          <p:cNvSpPr/>
          <p:nvPr/>
        </p:nvSpPr>
        <p:spPr>
          <a:xfrm>
            <a:off x="1091879" y="1746034"/>
            <a:ext cx="4757195" cy="95446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E7ED0FF-1241-C208-414F-DE242D0FEA0D}"/>
              </a:ext>
            </a:extLst>
          </p:cNvPr>
          <p:cNvSpPr/>
          <p:nvPr/>
        </p:nvSpPr>
        <p:spPr>
          <a:xfrm>
            <a:off x="1091878" y="3440351"/>
            <a:ext cx="4757195" cy="95446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9E40F04-0BAB-1B7E-B785-26861467CFED}"/>
              </a:ext>
            </a:extLst>
          </p:cNvPr>
          <p:cNvSpPr/>
          <p:nvPr/>
        </p:nvSpPr>
        <p:spPr>
          <a:xfrm>
            <a:off x="6342927" y="1746034"/>
            <a:ext cx="4757195" cy="95446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pic>
        <p:nvPicPr>
          <p:cNvPr id="18" name="Image 21" descr="preencoded.png">
            <a:extLst>
              <a:ext uri="{FF2B5EF4-FFF2-40B4-BE49-F238E27FC236}">
                <a16:creationId xmlns:a16="http://schemas.microsoft.com/office/drawing/2014/main" id="{8A3BC296-99D8-5372-5559-F467D007C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537" y="3711502"/>
            <a:ext cx="446003" cy="446003"/>
          </a:xfrm>
          <a:prstGeom prst="rect">
            <a:avLst/>
          </a:prstGeom>
        </p:spPr>
      </p:pic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D7F8E0D7-91F1-F32F-75AB-54926C7F1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097" y="1219200"/>
            <a:ext cx="1828800" cy="38100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D8CFA1DC-82E3-756E-0C34-BF5E984767EF}"/>
              </a:ext>
            </a:extLst>
          </p:cNvPr>
          <p:cNvSpPr/>
          <p:nvPr/>
        </p:nvSpPr>
        <p:spPr>
          <a:xfrm>
            <a:off x="402654" y="7620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he-IL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פיצ׳רים עתידיים</a:t>
            </a:r>
          </a:p>
        </p:txBody>
      </p:sp>
      <p:pic>
        <p:nvPicPr>
          <p:cNvPr id="4" name="Image 7" descr="preencoded.png">
            <a:extLst>
              <a:ext uri="{FF2B5EF4-FFF2-40B4-BE49-F238E27FC236}">
                <a16:creationId xmlns:a16="http://schemas.microsoft.com/office/drawing/2014/main" id="{22DA3CA4-2C0F-8807-EE8D-201033DA7B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5343" y="1991401"/>
            <a:ext cx="446003" cy="475324"/>
          </a:xfrm>
          <a:prstGeom prst="rect">
            <a:avLst/>
          </a:prstGeom>
        </p:spPr>
      </p:pic>
      <p:pic>
        <p:nvPicPr>
          <p:cNvPr id="5" name="Image 8" descr="preencoded.png">
            <a:extLst>
              <a:ext uri="{FF2B5EF4-FFF2-40B4-BE49-F238E27FC236}">
                <a16:creationId xmlns:a16="http://schemas.microsoft.com/office/drawing/2014/main" id="{E72CC71F-34F4-BC6C-4BE9-D520C2D1F3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9144" y="2133998"/>
            <a:ext cx="178401" cy="190129"/>
          </a:xfrm>
          <a:prstGeom prst="rect">
            <a:avLst/>
          </a:prstGeom>
        </p:spPr>
      </p:pic>
      <p:sp>
        <p:nvSpPr>
          <p:cNvPr id="6" name="Text 9">
            <a:extLst>
              <a:ext uri="{FF2B5EF4-FFF2-40B4-BE49-F238E27FC236}">
                <a16:creationId xmlns:a16="http://schemas.microsoft.com/office/drawing/2014/main" id="{DD3D1C48-2DB9-E585-A4F8-5E9457109E7E}"/>
              </a:ext>
            </a:extLst>
          </p:cNvPr>
          <p:cNvSpPr/>
          <p:nvPr/>
        </p:nvSpPr>
        <p:spPr>
          <a:xfrm>
            <a:off x="6648218" y="2086465"/>
            <a:ext cx="3382307" cy="2851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defTabSz="914400" rtl="1" eaLnBrk="1" latinLnBrk="0" hangingPunct="1">
              <a:lnSpc>
                <a:spcPts val="1800"/>
              </a:lnSpc>
              <a:buNone/>
            </a:pPr>
            <a:r>
              <a:rPr lang="he-IL" sz="1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תמיכה בריבוי שפות</a:t>
            </a:r>
            <a:endParaRPr lang="en-US" sz="160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1294E366-9BA5-C1BA-6C58-66FFD0DC86B0}"/>
              </a:ext>
            </a:extLst>
          </p:cNvPr>
          <p:cNvSpPr/>
          <p:nvPr/>
        </p:nvSpPr>
        <p:spPr>
          <a:xfrm>
            <a:off x="7095281" y="3701448"/>
            <a:ext cx="2997507" cy="2851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defTabSz="914400" rtl="1" eaLnBrk="1" latinLnBrk="0" hangingPunct="1">
              <a:lnSpc>
                <a:spcPts val="1800"/>
              </a:lnSpc>
              <a:buNone/>
            </a:pPr>
            <a:r>
              <a:rPr lang="he-IL" sz="1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התממשקות למערכות אקדמאיות בכל המוסדות האקדמיים</a:t>
            </a:r>
            <a:endParaRPr lang="en-US" sz="16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5C6B0B5-A9FD-839C-1B95-37F1BFAE4F81}"/>
              </a:ext>
            </a:extLst>
          </p:cNvPr>
          <p:cNvSpPr/>
          <p:nvPr/>
        </p:nvSpPr>
        <p:spPr>
          <a:xfrm>
            <a:off x="-13499" y="3808733"/>
            <a:ext cx="4845067" cy="2851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defTabSz="914400" rtl="1" eaLnBrk="1" latinLnBrk="0" hangingPunct="1">
              <a:lnSpc>
                <a:spcPts val="1800"/>
              </a:lnSpc>
              <a:buNone/>
            </a:pPr>
            <a:r>
              <a:rPr lang="he-IL" sz="1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תמיכה במספר תארים במקביל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78E02DB-CAA9-8212-22F1-76F5FFF7E5F8}"/>
              </a:ext>
            </a:extLst>
          </p:cNvPr>
          <p:cNvSpPr/>
          <p:nvPr/>
        </p:nvSpPr>
        <p:spPr>
          <a:xfrm>
            <a:off x="-155544" y="2086465"/>
            <a:ext cx="4845067" cy="2851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defTabSz="914400" rtl="1" eaLnBrk="1" latinLnBrk="0" hangingPunct="1">
              <a:lnSpc>
                <a:spcPts val="1800"/>
              </a:lnSpc>
              <a:buNone/>
            </a:pPr>
            <a:r>
              <a:rPr lang="he-IL" sz="1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שיתוף לוחות שנה בין חברים</a:t>
            </a:r>
            <a:endParaRPr lang="en-US" sz="1600" dirty="0"/>
          </a:p>
        </p:txBody>
      </p:sp>
      <p:pic>
        <p:nvPicPr>
          <p:cNvPr id="12" name="Image 19" descr="preencoded.png">
            <a:extLst>
              <a:ext uri="{FF2B5EF4-FFF2-40B4-BE49-F238E27FC236}">
                <a16:creationId xmlns:a16="http://schemas.microsoft.com/office/drawing/2014/main" id="{7C146870-8ADB-764A-4EE0-5A520DE685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5680" y="1988626"/>
            <a:ext cx="439901" cy="439901"/>
          </a:xfrm>
          <a:prstGeom prst="rect">
            <a:avLst/>
          </a:prstGeom>
        </p:spPr>
      </p:pic>
      <p:pic>
        <p:nvPicPr>
          <p:cNvPr id="13" name="Image 20" descr="preencoded.png">
            <a:extLst>
              <a:ext uri="{FF2B5EF4-FFF2-40B4-BE49-F238E27FC236}">
                <a16:creationId xmlns:a16="http://schemas.microsoft.com/office/drawing/2014/main" id="{A71F99BF-C55F-DCBA-A1AB-37E7E9EFDF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1867" y="2116983"/>
            <a:ext cx="185993" cy="212563"/>
          </a:xfrm>
          <a:prstGeom prst="rect">
            <a:avLst/>
          </a:prstGeom>
        </p:spPr>
      </p:pic>
      <p:pic>
        <p:nvPicPr>
          <p:cNvPr id="14" name="Image 17" descr="preencoded.png">
            <a:extLst>
              <a:ext uri="{FF2B5EF4-FFF2-40B4-BE49-F238E27FC236}">
                <a16:creationId xmlns:a16="http://schemas.microsoft.com/office/drawing/2014/main" id="{F13FB6AD-2BA5-7B98-AB0E-7D09C0AA88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45343" y="3717974"/>
            <a:ext cx="439901" cy="439901"/>
          </a:xfrm>
          <a:prstGeom prst="rect">
            <a:avLst/>
          </a:prstGeom>
        </p:spPr>
      </p:pic>
      <p:pic>
        <p:nvPicPr>
          <p:cNvPr id="15" name="Image 18" descr="preencoded.png">
            <a:extLst>
              <a:ext uri="{FF2B5EF4-FFF2-40B4-BE49-F238E27FC236}">
                <a16:creationId xmlns:a16="http://schemas.microsoft.com/office/drawing/2014/main" id="{1836823C-20E3-1262-35E7-BA9F477963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1218" y="3855424"/>
            <a:ext cx="179079" cy="179079"/>
          </a:xfrm>
          <a:prstGeom prst="rect">
            <a:avLst/>
          </a:prstGeom>
        </p:spPr>
      </p:pic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91088EE1-A0A8-9544-9626-3A97D947E17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72261" y="3862964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2725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9426" y="14478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133600"/>
            <a:ext cx="3505200" cy="2247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286000"/>
            <a:ext cx="3200400" cy="114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55270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26670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3048000"/>
            <a:ext cx="3200400" cy="457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9181" y="3162300"/>
            <a:ext cx="638919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619500"/>
            <a:ext cx="3200400" cy="76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771900"/>
            <a:ext cx="3200400" cy="76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3924300"/>
            <a:ext cx="3200400" cy="76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2133600"/>
            <a:ext cx="3505200" cy="2247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95800" y="2286000"/>
            <a:ext cx="3200400" cy="114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95800" y="2552700"/>
            <a:ext cx="3810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29150" y="2667000"/>
            <a:ext cx="1143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95800" y="3048000"/>
            <a:ext cx="381000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19625" y="3162300"/>
            <a:ext cx="13335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91100" y="3162300"/>
            <a:ext cx="2028825" cy="76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991100" y="3276600"/>
            <a:ext cx="1352550" cy="381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95800" y="3543300"/>
            <a:ext cx="3810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600575" y="3657600"/>
            <a:ext cx="17145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91100" y="3657600"/>
            <a:ext cx="2028825" cy="762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991100" y="3771900"/>
            <a:ext cx="1352550" cy="381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77200" y="2133600"/>
            <a:ext cx="3505200" cy="22479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29600" y="2286000"/>
            <a:ext cx="3200400" cy="1143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229600" y="2552700"/>
            <a:ext cx="381000" cy="3810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43900" y="266700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229600" y="3048000"/>
            <a:ext cx="3200400" cy="914400"/>
          </a:xfrm>
          <a:prstGeom prst="rect">
            <a:avLst/>
          </a:prstGeom>
        </p:spPr>
      </p:pic>
      <p:sp>
        <p:nvSpPr>
          <p:cNvPr id="31" name="Text 1"/>
          <p:cNvSpPr/>
          <p:nvPr/>
        </p:nvSpPr>
        <p:spPr>
          <a:xfrm>
            <a:off x="609600" y="9144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he-IL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מסכים חכמים</a:t>
            </a:r>
            <a:endParaRPr lang="en-US" sz="2700" dirty="0"/>
          </a:p>
        </p:txBody>
      </p:sp>
      <p:sp>
        <p:nvSpPr>
          <p:cNvPr id="32" name="Text 2"/>
          <p:cNvSpPr/>
          <p:nvPr/>
        </p:nvSpPr>
        <p:spPr>
          <a:xfrm>
            <a:off x="609600" y="1562100"/>
            <a:ext cx="10972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defTabSz="914400" rtl="1" eaLnBrk="1" latinLnBrk="0" hangingPunct="1">
              <a:lnSpc>
                <a:spcPts val="2100"/>
              </a:lnSpc>
              <a:buNone/>
            </a:pPr>
            <a:r>
              <a:rPr lang="he-IL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</a:rPr>
              <a:t>דוגמאות לממשק משתמש לפיצ׳רים החכמים שלנו</a:t>
            </a:r>
            <a:endParaRPr lang="en-US" sz="1350" dirty="0"/>
          </a:p>
        </p:txBody>
      </p:sp>
      <p:sp>
        <p:nvSpPr>
          <p:cNvPr id="33" name="Text 3"/>
          <p:cNvSpPr/>
          <p:nvPr/>
        </p:nvSpPr>
        <p:spPr>
          <a:xfrm>
            <a:off x="1257300" y="2628900"/>
            <a:ext cx="138856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4" name="Text 4"/>
          <p:cNvSpPr/>
          <p:nvPr/>
        </p:nvSpPr>
        <p:spPr>
          <a:xfrm>
            <a:off x="876300" y="3181350"/>
            <a:ext cx="113853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Study Insights</a:t>
            </a:r>
            <a:endParaRPr lang="en-US" sz="1050" dirty="0"/>
          </a:p>
        </p:txBody>
      </p:sp>
      <p:sp>
        <p:nvSpPr>
          <p:cNvPr id="35" name="Text 5"/>
          <p:cNvSpPr/>
          <p:nvPr/>
        </p:nvSpPr>
        <p:spPr>
          <a:xfrm>
            <a:off x="3285381" y="3162300"/>
            <a:ext cx="76670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Updated</a:t>
            </a:r>
            <a:endParaRPr lang="en-US" sz="900" dirty="0"/>
          </a:p>
        </p:txBody>
      </p:sp>
      <p:sp>
        <p:nvSpPr>
          <p:cNvPr id="36" name="Text 6"/>
          <p:cNvSpPr/>
          <p:nvPr/>
        </p:nvSpPr>
        <p:spPr>
          <a:xfrm>
            <a:off x="4991100" y="2628900"/>
            <a:ext cx="259032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Smart Recommendations</a:t>
            </a:r>
            <a:endParaRPr lang="en-US" sz="1200" dirty="0"/>
          </a:p>
        </p:txBody>
      </p:sp>
      <p:sp>
        <p:nvSpPr>
          <p:cNvPr id="37" name="Text 7"/>
          <p:cNvSpPr/>
          <p:nvPr/>
        </p:nvSpPr>
        <p:spPr>
          <a:xfrm>
            <a:off x="8724900" y="2628900"/>
            <a:ext cx="192452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Workload Forecast</a:t>
            </a:r>
            <a:endParaRPr lang="en-US" sz="1200" dirty="0"/>
          </a:p>
        </p:txBody>
      </p:sp>
      <p:sp>
        <p:nvSpPr>
          <p:cNvPr id="38" name="Text 8"/>
          <p:cNvSpPr/>
          <p:nvPr/>
        </p:nvSpPr>
        <p:spPr>
          <a:xfrm>
            <a:off x="8229600" y="4076700"/>
            <a:ext cx="289322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Mon</a:t>
            </a:r>
            <a:endParaRPr lang="en-US" sz="900" dirty="0"/>
          </a:p>
        </p:txBody>
      </p:sp>
      <p:sp>
        <p:nvSpPr>
          <p:cNvPr id="39" name="Text 9"/>
          <p:cNvSpPr/>
          <p:nvPr/>
        </p:nvSpPr>
        <p:spPr>
          <a:xfrm>
            <a:off x="9011543" y="4076700"/>
            <a:ext cx="23431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Tue</a:t>
            </a:r>
            <a:endParaRPr lang="en-US" sz="900" dirty="0"/>
          </a:p>
        </p:txBody>
      </p:sp>
      <p:sp>
        <p:nvSpPr>
          <p:cNvPr id="40" name="Text 10"/>
          <p:cNvSpPr/>
          <p:nvPr/>
        </p:nvSpPr>
        <p:spPr>
          <a:xfrm>
            <a:off x="9747647" y="4076700"/>
            <a:ext cx="29914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Wed</a:t>
            </a:r>
            <a:endParaRPr lang="en-US" sz="900" dirty="0"/>
          </a:p>
        </p:txBody>
      </p:sp>
      <p:sp>
        <p:nvSpPr>
          <p:cNvPr id="41" name="Text 11"/>
          <p:cNvSpPr/>
          <p:nvPr/>
        </p:nvSpPr>
        <p:spPr>
          <a:xfrm>
            <a:off x="10537775" y="4076700"/>
            <a:ext cx="25771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Thu</a:t>
            </a:r>
            <a:endParaRPr lang="en-US" sz="900" dirty="0"/>
          </a:p>
        </p:txBody>
      </p:sp>
      <p:sp>
        <p:nvSpPr>
          <p:cNvPr id="42" name="Text 12"/>
          <p:cNvSpPr/>
          <p:nvPr/>
        </p:nvSpPr>
        <p:spPr>
          <a:xfrm>
            <a:off x="11293376" y="4076700"/>
            <a:ext cx="16341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Fri</a:t>
            </a:r>
            <a:endParaRPr lang="en-US" sz="900" dirty="0"/>
          </a:p>
        </p:txBody>
      </p:sp>
      <p:sp>
        <p:nvSpPr>
          <p:cNvPr id="43" name="Text 13"/>
          <p:cNvSpPr/>
          <p:nvPr/>
        </p:nvSpPr>
        <p:spPr>
          <a:xfrm>
            <a:off x="609600" y="4686300"/>
            <a:ext cx="10972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Additional AI interfaces can be added here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81250" cy="2381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0" y="4000500"/>
            <a:ext cx="1428750" cy="1905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5715000"/>
            <a:ext cx="1428750" cy="14287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1676400"/>
            <a:ext cx="1524000" cy="38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500" y="6477000"/>
            <a:ext cx="76200" cy="76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7900" y="6477000"/>
            <a:ext cx="76200" cy="76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0300" y="6477000"/>
            <a:ext cx="76200" cy="76200"/>
          </a:xfrm>
          <a:prstGeom prst="rect">
            <a:avLst/>
          </a:prstGeom>
        </p:spPr>
      </p:pic>
      <p:sp>
        <p:nvSpPr>
          <p:cNvPr id="20" name="Text 1"/>
          <p:cNvSpPr/>
          <p:nvPr/>
        </p:nvSpPr>
        <p:spPr>
          <a:xfrm>
            <a:off x="2438400" y="952500"/>
            <a:ext cx="73152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SmartStudy</a:t>
            </a:r>
            <a:endParaRPr lang="en-US" sz="4500" dirty="0"/>
          </a:p>
        </p:txBody>
      </p:sp>
      <p:sp>
        <p:nvSpPr>
          <p:cNvPr id="21" name="Text 2"/>
          <p:cNvSpPr/>
          <p:nvPr/>
        </p:nvSpPr>
        <p:spPr>
          <a:xfrm>
            <a:off x="2438400" y="1828800"/>
            <a:ext cx="73152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Making Study Smarter</a:t>
            </a:r>
            <a:endParaRPr lang="en-US" sz="2250" dirty="0"/>
          </a:p>
        </p:txBody>
      </p:sp>
      <p:sp>
        <p:nvSpPr>
          <p:cNvPr id="22" name="Text 3"/>
          <p:cNvSpPr/>
          <p:nvPr/>
        </p:nvSpPr>
        <p:spPr>
          <a:xfrm>
            <a:off x="2438400" y="2628900"/>
            <a:ext cx="73152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he-IL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</a:rPr>
              <a:t>תודה על ההקשבה</a:t>
            </a:r>
            <a:endParaRPr lang="en-US" sz="15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F1359A-D143-C15E-2712-C960B4B2AB8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0150" t="9833" r="23508" b="31642"/>
          <a:stretch>
            <a:fillRect/>
          </a:stretch>
        </p:blipFill>
        <p:spPr>
          <a:xfrm>
            <a:off x="4656349" y="3162300"/>
            <a:ext cx="2879301" cy="299084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18F4B2C-E662-6C8B-60E1-ECF0CD076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FEFB481-1092-C291-4F9F-8401B20BC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557BAF4D-63B3-5DF8-38EA-CB8BA34FC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381250" cy="238125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871C4CED-BA7D-DE90-28AD-63B2ED7431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3250" y="4000500"/>
            <a:ext cx="1428750" cy="19050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D372F87A-E9B8-7253-4A58-E26268AF4A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5715000"/>
            <a:ext cx="1428750" cy="1428750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992E1E3B-1ACD-E528-25B5-55AE538DED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0" y="1676400"/>
            <a:ext cx="1524000" cy="38100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0AA47D71-BE18-007B-95C1-586B825408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38400" y="3619500"/>
            <a:ext cx="2286000" cy="1714500"/>
          </a:xfrm>
          <a:prstGeom prst="rect">
            <a:avLst/>
          </a:prstGeom>
        </p:spPr>
      </p:pic>
      <p:pic>
        <p:nvPicPr>
          <p:cNvPr id="8" name="Image 6" descr="preencoded.png">
            <a:extLst>
              <a:ext uri="{FF2B5EF4-FFF2-40B4-BE49-F238E27FC236}">
                <a16:creationId xmlns:a16="http://schemas.microsoft.com/office/drawing/2014/main" id="{253D7109-C743-FC78-43F5-1D975629B7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6600" y="3848100"/>
            <a:ext cx="609600" cy="609600"/>
          </a:xfrm>
          <a:prstGeom prst="rect">
            <a:avLst/>
          </a:prstGeom>
        </p:spPr>
      </p:pic>
      <p:pic>
        <p:nvPicPr>
          <p:cNvPr id="9" name="Image 7" descr="preencoded.png">
            <a:extLst>
              <a:ext uri="{FF2B5EF4-FFF2-40B4-BE49-F238E27FC236}">
                <a16:creationId xmlns:a16="http://schemas.microsoft.com/office/drawing/2014/main" id="{0A6EA2B6-5DEC-8197-A897-48173712416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67100" y="4000500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>
            <a:extLst>
              <a:ext uri="{FF2B5EF4-FFF2-40B4-BE49-F238E27FC236}">
                <a16:creationId xmlns:a16="http://schemas.microsoft.com/office/drawing/2014/main" id="{485315D0-908F-67C4-8512-38A299ABB76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0" y="3619500"/>
            <a:ext cx="2286000" cy="1714500"/>
          </a:xfrm>
          <a:prstGeom prst="rect">
            <a:avLst/>
          </a:prstGeom>
        </p:spPr>
      </p:pic>
      <p:pic>
        <p:nvPicPr>
          <p:cNvPr id="11" name="Image 9" descr="preencoded.png">
            <a:extLst>
              <a:ext uri="{FF2B5EF4-FFF2-40B4-BE49-F238E27FC236}">
                <a16:creationId xmlns:a16="http://schemas.microsoft.com/office/drawing/2014/main" id="{A32A123C-793F-09BE-6309-A6CE348B4DF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91200" y="3848100"/>
            <a:ext cx="609600" cy="609600"/>
          </a:xfrm>
          <a:prstGeom prst="rect">
            <a:avLst/>
          </a:prstGeom>
        </p:spPr>
      </p:pic>
      <p:pic>
        <p:nvPicPr>
          <p:cNvPr id="12" name="Image 10" descr="preencoded.png">
            <a:extLst>
              <a:ext uri="{FF2B5EF4-FFF2-40B4-BE49-F238E27FC236}">
                <a16:creationId xmlns:a16="http://schemas.microsoft.com/office/drawing/2014/main" id="{80F19215-8128-999B-5B05-FAE093E6A17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81700" y="400050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4586216A-1912-AB3C-A824-D3C6E9F8DD6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67600" y="3619500"/>
            <a:ext cx="2286000" cy="1714500"/>
          </a:xfrm>
          <a:prstGeom prst="rect">
            <a:avLst/>
          </a:prstGeom>
        </p:spPr>
      </p:pic>
      <p:pic>
        <p:nvPicPr>
          <p:cNvPr id="14" name="Image 12" descr="preencoded.png">
            <a:extLst>
              <a:ext uri="{FF2B5EF4-FFF2-40B4-BE49-F238E27FC236}">
                <a16:creationId xmlns:a16="http://schemas.microsoft.com/office/drawing/2014/main" id="{903B60B2-F684-B04F-8F7C-0337BD024FD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5800" y="3848100"/>
            <a:ext cx="609600" cy="609600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E7900B21-71BF-FBBD-9FFE-F1035A8958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10588" y="4000500"/>
            <a:ext cx="200025" cy="304800"/>
          </a:xfrm>
          <a:prstGeom prst="rect">
            <a:avLst/>
          </a:prstGeom>
        </p:spPr>
      </p:pic>
      <p:pic>
        <p:nvPicPr>
          <p:cNvPr id="16" name="Image 14" descr="preencoded.png">
            <a:extLst>
              <a:ext uri="{FF2B5EF4-FFF2-40B4-BE49-F238E27FC236}">
                <a16:creationId xmlns:a16="http://schemas.microsoft.com/office/drawing/2014/main" id="{71C01CB6-E719-4409-180E-2C3B12F72B0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05500" y="6477000"/>
            <a:ext cx="76200" cy="76200"/>
          </a:xfrm>
          <a:prstGeom prst="rect">
            <a:avLst/>
          </a:prstGeom>
        </p:spPr>
      </p:pic>
      <p:pic>
        <p:nvPicPr>
          <p:cNvPr id="17" name="Image 15" descr="preencoded.png">
            <a:extLst>
              <a:ext uri="{FF2B5EF4-FFF2-40B4-BE49-F238E27FC236}">
                <a16:creationId xmlns:a16="http://schemas.microsoft.com/office/drawing/2014/main" id="{131335CF-FE9A-8A7F-8196-EE866A693E1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57900" y="6477000"/>
            <a:ext cx="76200" cy="76200"/>
          </a:xfrm>
          <a:prstGeom prst="rect">
            <a:avLst/>
          </a:prstGeom>
        </p:spPr>
      </p:pic>
      <p:pic>
        <p:nvPicPr>
          <p:cNvPr id="18" name="Image 16" descr="preencoded.png">
            <a:extLst>
              <a:ext uri="{FF2B5EF4-FFF2-40B4-BE49-F238E27FC236}">
                <a16:creationId xmlns:a16="http://schemas.microsoft.com/office/drawing/2014/main" id="{C7673AB3-095C-4896-FD05-650AF594861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10300" y="6477000"/>
            <a:ext cx="76200" cy="76200"/>
          </a:xfrm>
          <a:prstGeom prst="rect">
            <a:avLst/>
          </a:prstGeom>
        </p:spPr>
      </p:pic>
      <p:sp>
        <p:nvSpPr>
          <p:cNvPr id="20" name="Text 1">
            <a:extLst>
              <a:ext uri="{FF2B5EF4-FFF2-40B4-BE49-F238E27FC236}">
                <a16:creationId xmlns:a16="http://schemas.microsoft.com/office/drawing/2014/main" id="{296D10EB-8C72-CAC2-A42E-73A4DE2BDD7B}"/>
              </a:ext>
            </a:extLst>
          </p:cNvPr>
          <p:cNvSpPr/>
          <p:nvPr/>
        </p:nvSpPr>
        <p:spPr>
          <a:xfrm>
            <a:off x="2438400" y="952500"/>
            <a:ext cx="73152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SmartStudy</a:t>
            </a:r>
            <a:endParaRPr lang="en-US" sz="4500" dirty="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239DBFD0-9FC7-54D3-03DC-3F7B335C7697}"/>
              </a:ext>
            </a:extLst>
          </p:cNvPr>
          <p:cNvSpPr/>
          <p:nvPr/>
        </p:nvSpPr>
        <p:spPr>
          <a:xfrm>
            <a:off x="2438400" y="1828800"/>
            <a:ext cx="73152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Making Study Smarter</a:t>
            </a:r>
            <a:endParaRPr lang="en-US" sz="2250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2B5A13DE-0BDF-1E8C-4711-892F9535E0F7}"/>
              </a:ext>
            </a:extLst>
          </p:cNvPr>
          <p:cNvSpPr/>
          <p:nvPr/>
        </p:nvSpPr>
        <p:spPr>
          <a:xfrm>
            <a:off x="2438400" y="2628900"/>
            <a:ext cx="73152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Thank you for your time and attention to the SmartStudy project. We are excited about the future of personalized learning.</a:t>
            </a:r>
            <a:endParaRPr lang="en-US" sz="1500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4B723BBF-C594-CFA7-AFBA-C45F1A12CCBC}"/>
              </a:ext>
            </a:extLst>
          </p:cNvPr>
          <p:cNvSpPr/>
          <p:nvPr/>
        </p:nvSpPr>
        <p:spPr>
          <a:xfrm>
            <a:off x="3263875" y="4610100"/>
            <a:ext cx="6349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Email</a:t>
            </a:r>
            <a:endParaRPr lang="en-US" sz="135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6E2814E1-DF25-FAC7-11C4-398CB799B8B7}"/>
              </a:ext>
            </a:extLst>
          </p:cNvPr>
          <p:cNvSpPr/>
          <p:nvPr/>
        </p:nvSpPr>
        <p:spPr>
          <a:xfrm>
            <a:off x="2587347" y="4876800"/>
            <a:ext cx="198810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info@smartstudy.com</a:t>
            </a:r>
            <a:endParaRPr lang="en-US" sz="120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04399314-81DB-81A6-92A1-01045B77633C}"/>
              </a:ext>
            </a:extLst>
          </p:cNvPr>
          <p:cNvSpPr/>
          <p:nvPr/>
        </p:nvSpPr>
        <p:spPr>
          <a:xfrm>
            <a:off x="5627206" y="4610100"/>
            <a:ext cx="93743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Website</a:t>
            </a:r>
            <a:endParaRPr lang="en-US" sz="1350" dirty="0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5E659894-104D-97B5-D0F1-A0054C13BC12}"/>
              </a:ext>
            </a:extLst>
          </p:cNvPr>
          <p:cNvSpPr/>
          <p:nvPr/>
        </p:nvSpPr>
        <p:spPr>
          <a:xfrm>
            <a:off x="5119807" y="4876800"/>
            <a:ext cx="19523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www.smartstudy.com</a:t>
            </a:r>
            <a:endParaRPr lang="en-US" sz="120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25432DE7-0FC3-8DFB-DB16-FBF002E24D54}"/>
              </a:ext>
            </a:extLst>
          </p:cNvPr>
          <p:cNvSpPr/>
          <p:nvPr/>
        </p:nvSpPr>
        <p:spPr>
          <a:xfrm>
            <a:off x="7878559" y="4610100"/>
            <a:ext cx="146393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Social Media</a:t>
            </a:r>
            <a:endParaRPr lang="en-US" sz="1350" dirty="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881DE370-5823-F005-218B-331B3BA231B2}"/>
              </a:ext>
            </a:extLst>
          </p:cNvPr>
          <p:cNvSpPr/>
          <p:nvPr/>
        </p:nvSpPr>
        <p:spPr>
          <a:xfrm>
            <a:off x="7799799" y="4876800"/>
            <a:ext cx="162145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@SmartStudyApp</a:t>
            </a:r>
            <a:endParaRPr lang="en-US" sz="1200" dirty="0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2CC5BAB4-F15B-CD8A-52C5-8CBEA8334B47}"/>
              </a:ext>
            </a:extLst>
          </p:cNvPr>
          <p:cNvSpPr/>
          <p:nvPr/>
        </p:nvSpPr>
        <p:spPr>
          <a:xfrm>
            <a:off x="1706880" y="5638800"/>
            <a:ext cx="87782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 look forward to connecting with you soon!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504884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13582</TotalTime>
  <Words>1869</Words>
  <Application>Microsoft Macintosh PowerPoint</Application>
  <PresentationFormat>Widescreen</PresentationFormat>
  <Paragraphs>325</Paragraphs>
  <Slides>29</Slides>
  <Notes>26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Or Cohen</cp:lastModifiedBy>
  <cp:revision>23</cp:revision>
  <dcterms:created xsi:type="dcterms:W3CDTF">2025-11-27T08:03:01Z</dcterms:created>
  <dcterms:modified xsi:type="dcterms:W3CDTF">2026-01-25T12:08:50Z</dcterms:modified>
</cp:coreProperties>
</file>